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dirty="0">
              <a:sym typeface="+mn-ea"/>
            </a:rPr>
            <a:t>Create a “</a:t>
          </a:r>
          <a:r>
            <a:rPr lang="en-US" sz="1800" b="1" dirty="0">
              <a:sym typeface="+mn-ea"/>
            </a:rPr>
            <a:t>Enterprise AI-Powered SDLC Assistant” as per industry best practices	</a:t>
          </a:r>
          <a:r>
            <a:rPr sz="6500"/>
            <a:t/>
          </a:r>
          <a:endParaRPr sz="6500"/>
        </a:p>
      </dgm:t>
    </dgm:pt>
    <dgm:pt modelId="{4516BA82-0BF7-DC4A-BB7E-AEF87CBA9E8E}" cxnId="{310FD6FE-95FC-49CE-8D63-1D2DE816DB23}" type="parTrans">
      <dgm:prSet/>
      <dgm:spPr/>
      <dgm:t>
        <a:bodyPr/>
        <a:lstStyle/>
        <a:p>
          <a:endParaRPr lang="en-GB" sz="2000"/>
        </a:p>
      </dgm:t>
    </dgm:pt>
    <dgm:pt modelId="{4931CA2C-7170-5840-AE86-F1E13D28BB9E}" cxnId="{310FD6FE-95FC-49CE-8D63-1D2DE816DB23}" type="sibTrans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cxnId="{1F7AB2EF-FA10-4E78-8789-F58B63D8A62B}" type="parTrans">
      <dgm:prSet/>
      <dgm:spPr/>
      <dgm:t>
        <a:bodyPr/>
        <a:lstStyle/>
        <a:p>
          <a:endParaRPr lang="en-GB" sz="2000"/>
        </a:p>
      </dgm:t>
    </dgm:pt>
    <dgm:pt modelId="{8C78E4B8-8A53-064A-8DEF-85538FBF9661}" cxnId="{1F7AB2EF-FA10-4E78-8789-F58B63D8A62B}" type="sibTrans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1"/>
            <a:t/>
          </a:r>
          <a:endParaRPr lang="en-US" sz="1200" b="1"/>
        </a:p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200" b="1"/>
            <a:t/>
          </a:r>
          <a:endParaRPr lang="en-US" sz="1200" b="1"/>
        </a:p>
      </dgm:t>
    </dgm:pt>
    <dgm:pt modelId="{D11E7EEC-A2DD-6148-AD59-6CD83C19C84D}" cxnId="{CA91C918-FDB5-471B-9788-DE5A283D42FD}" type="parTrans">
      <dgm:prSet/>
      <dgm:spPr/>
      <dgm:t>
        <a:bodyPr/>
        <a:lstStyle/>
        <a:p>
          <a:endParaRPr lang="en-GB" sz="2000"/>
        </a:p>
      </dgm:t>
    </dgm:pt>
    <dgm:pt modelId="{0052B031-3B0D-B94E-9A5F-DB1C9D4170CB}" cxnId="{CA91C918-FDB5-471B-9788-DE5A283D42FD}" type="sibTrans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6500"/>
            <a:t/>
          </a:r>
          <a:endParaRPr sz="6500"/>
        </a:p>
      </dgm:t>
    </dgm:pt>
    <dgm:pt modelId="{0E737143-6448-C24B-BA8B-38BA7568F52E}" cxnId="{3C254A88-936C-4AE9-98BB-114FE37F5AE4}" type="parTrans">
      <dgm:prSet/>
      <dgm:spPr/>
      <dgm:t>
        <a:bodyPr/>
        <a:lstStyle/>
        <a:p>
          <a:endParaRPr lang="en-GB" sz="2000"/>
        </a:p>
      </dgm:t>
    </dgm:pt>
    <dgm:pt modelId="{A987261C-62B1-B54A-BCDB-337C0AD98785}" cxnId="{3C254A88-936C-4AE9-98BB-114FE37F5AE4}" type="sibTrans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cxnId="{ACB19B73-5557-4AFF-BDA5-4133C69D39AF}" type="parTrans">
      <dgm:prSet/>
      <dgm:spPr/>
      <dgm:t>
        <a:bodyPr/>
        <a:lstStyle/>
        <a:p>
          <a:endParaRPr lang="en-GB" sz="2000"/>
        </a:p>
      </dgm:t>
    </dgm:pt>
    <dgm:pt modelId="{41368ECB-0374-1C4E-8ABF-D4FA251186D7}" cxnId="{ACB19B73-5557-4AFF-BDA5-4133C69D39AF}" type="sibTrans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6500"/>
            <a:t/>
          </a:r>
          <a:endParaRPr sz="6500"/>
        </a:p>
      </dgm:t>
    </dgm:pt>
    <dgm:pt modelId="{570711A2-0F15-1E4E-84E9-5DECF631ACE9}" cxnId="{EA8D516D-58DC-44FB-990F-FA42DFB49D95}" type="parTrans">
      <dgm:prSet/>
      <dgm:spPr/>
      <dgm:t>
        <a:bodyPr/>
        <a:lstStyle/>
        <a:p>
          <a:endParaRPr lang="en-GB" sz="2000"/>
        </a:p>
      </dgm:t>
    </dgm:pt>
    <dgm:pt modelId="{70E373C1-C499-4F4D-A411-9466517DB83A}" cxnId="{EA8D516D-58DC-44FB-990F-FA42DFB49D95}" type="sibTrans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4B0E92FA-F37D-7E40-AB74-0DA56805BAE7}" cxnId="{5A48A4E6-83E2-416C-81CE-700D2A223CCF}" type="parTrans">
      <dgm:prSet/>
      <dgm:spPr/>
      <dgm:t>
        <a:bodyPr/>
        <a:lstStyle/>
        <a:p>
          <a:endParaRPr lang="en-GB" sz="2000"/>
        </a:p>
      </dgm:t>
    </dgm:pt>
    <dgm:pt modelId="{8A8A4344-3BE8-B549-90FE-FD6EAECB4AE4}" cxnId="{5A48A4E6-83E2-416C-81CE-700D2A223CCF}" type="sibTrans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95F71EBD-EC94-9D42-BB0E-C52845D7632F}" cxnId="{EB37E32E-1BB4-48DA-937B-7FF98CB6759B}" type="parTrans">
      <dgm:prSet/>
      <dgm:spPr/>
      <dgm:t>
        <a:bodyPr/>
        <a:lstStyle/>
        <a:p>
          <a:endParaRPr lang="en-GB" sz="2000"/>
        </a:p>
      </dgm:t>
    </dgm:pt>
    <dgm:pt modelId="{A576ACF3-5629-494C-825D-3E4D1ED5B6F7}" cxnId="{EB37E32E-1BB4-48DA-937B-7FF98CB6759B}" type="sibTrans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cxnId="{BEC068C4-6A34-445F-AA1C-9511BFAACED0}" type="parTrans">
      <dgm:prSet/>
      <dgm:spPr/>
      <dgm:t>
        <a:bodyPr/>
        <a:lstStyle/>
        <a:p>
          <a:endParaRPr lang="en-GB" sz="2000"/>
        </a:p>
      </dgm:t>
    </dgm:pt>
    <dgm:pt modelId="{4CF60A0D-4DA2-C649-B224-FED974309E30}" cxnId="{BEC068C4-6A34-445F-AA1C-9511BFAACED0}" type="sibTrans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cxnId="{4B44F97A-DF0C-4313-95C3-BBB08F7A386B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cxnId="{4B44F97A-DF0C-4313-95C3-BBB08F7A386B}" type="sibTrans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phldr="0" custT="0"/>
      <dgm:spPr>
        <a:ln>
          <a:solidFill>
            <a:schemeClr val="accent5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CDA5780B-21C9-BC4E-83B6-3CDECF37478F}" cxnId="{B99D04F0-7EDC-4AF4-A06F-2B156655CA1B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cxnId="{B99D04F0-7EDC-4AF4-A06F-2B156655CA1B}" type="sibTrans">
      <dgm:prSet/>
      <dgm:spPr/>
      <dgm:t>
        <a:bodyPr/>
        <a:lstStyle/>
        <a:p>
          <a:endParaRPr lang="en-GB" sz="2000"/>
        </a:p>
      </dgm:t>
    </dgm:pt>
    <dgm:pt modelId="{D333C4C1-0537-FB48-B774-A687ACA99157}">
      <dgm:prSet phldrT="[Text]" phldr="0" custT="0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2C280079-523E-834B-ACAF-1472D33814CB}" cxnId="{F44E1469-5861-4E52-A3E0-E0DD29446940}" type="parTrans">
      <dgm:prSet/>
      <dgm:spPr/>
      <dgm:t>
        <a:bodyPr/>
        <a:lstStyle/>
        <a:p>
          <a:endParaRPr lang="en-GB"/>
        </a:p>
      </dgm:t>
    </dgm:pt>
    <dgm:pt modelId="{92B2FDE5-1BD3-A54F-BEFD-54C746AA0243}" cxnId="{F44E1469-5861-4E52-A3E0-E0DD29446940}" type="sibTrans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phldr="0" custT="0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13C05AA9-C29E-A441-BA1E-FA81DA491826}" cxnId="{65D1E41D-B7EB-47AB-9400-A5C289E7ADC4}" type="parTrans">
      <dgm:prSet/>
      <dgm:spPr/>
      <dgm:t>
        <a:bodyPr/>
        <a:lstStyle/>
        <a:p>
          <a:endParaRPr lang="en-GB"/>
        </a:p>
      </dgm:t>
    </dgm:pt>
    <dgm:pt modelId="{CAF9D787-BDB1-684A-A334-6F129690EA88}" cxnId="{65D1E41D-B7EB-47AB-9400-A5C289E7ADC4}" type="sibTrans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phldr="0" custT="0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72873E73-5BDD-2945-B603-202D1D221223}" cxnId="{E652EAD0-89F1-4269-879C-F885671C3A78}" type="parTrans">
      <dgm:prSet/>
      <dgm:spPr/>
      <dgm:t>
        <a:bodyPr/>
        <a:lstStyle/>
        <a:p>
          <a:endParaRPr lang="en-GB"/>
        </a:p>
      </dgm:t>
    </dgm:pt>
    <dgm:pt modelId="{38263E12-A7B7-944A-8B7D-5B0F416AF784}" cxnId="{E652EAD0-89F1-4269-879C-F885671C3A78}" type="sibTrans">
      <dgm:prSet/>
      <dgm:spPr/>
      <dgm:t>
        <a:bodyPr/>
        <a:lstStyle/>
        <a:p>
          <a:endParaRPr lang="en-GB"/>
        </a:p>
      </dgm:t>
    </dgm:pt>
    <dgm:pt modelId="{C0B1B4C2-CF26-6245-98C7-F52857ED528A}">
      <dgm:prSet phldrT="[Text]" phldr="0" custT="0"/>
      <dgm:spPr>
        <a:ln>
          <a:solidFill>
            <a:schemeClr val="accent5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E752A000-5711-0F4B-8B5D-326221EFD2A1}" cxnId="{209A6F6D-7FB1-4FBD-BCC2-D6AAA3F6C9B0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cxnId="{209A6F6D-7FB1-4FBD-BCC2-D6AAA3F6C9B0}" type="sibTrans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cxnId="{A7067E7B-6342-42CB-B083-F39651F988F8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cxnId="{A7067E7B-6342-42CB-B083-F39651F988F8}" type="sibTrans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phldr="0" custT="1"/>
      <dgm:spPr>
        <a:ln>
          <a:solidFill>
            <a:schemeClr val="accent5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6500"/>
            <a:t/>
          </a:r>
          <a:endParaRPr sz="6500"/>
        </a:p>
      </dgm:t>
    </dgm:pt>
    <dgm:pt modelId="{233303ED-F262-ED4B-9232-A7532CC4AECE}" cxnId="{A796EC67-E192-46DB-8281-35C1D0EC04A9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cxnId="{A796EC67-E192-46DB-8281-35C1D0EC04A9}" type="sibTrans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phldr="0" custT="1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/>
            <a:t>Backend API</a:t>
          </a:r>
          <a:r>
            <a:rPr lang="en-US" altLang="en-US" sz="1000"/>
            <a:t/>
          </a:r>
          <a:endParaRPr lang="en-US" altLang="en-US" sz="1000"/>
        </a:p>
      </dgm:t>
    </dgm:pt>
    <dgm:pt modelId="{3C4B69D1-D6CE-7142-B782-AC33E8916659}" cxnId="{C08542BF-8DE2-4EEF-A0B2-FCEAC19367A5}" type="parTrans">
      <dgm:prSet/>
      <dgm:spPr/>
      <dgm:t>
        <a:bodyPr/>
        <a:lstStyle/>
        <a:p>
          <a:endParaRPr lang="en-GB"/>
        </a:p>
      </dgm:t>
    </dgm:pt>
    <dgm:pt modelId="{2CF3B4AA-7C11-2546-98DE-F3AAC32AAF14}" cxnId="{C08542BF-8DE2-4EEF-A0B2-FCEAC19367A5}" type="sibTrans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phldr="0" custT="1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/>
            <a:t>Frontend Development</a:t>
          </a:r>
          <a:r>
            <a:rPr lang="en-US" altLang="en-US" sz="1000"/>
            <a:t/>
          </a:r>
          <a:endParaRPr lang="en-US" altLang="en-US" sz="1000"/>
        </a:p>
      </dgm:t>
    </dgm:pt>
    <dgm:pt modelId="{6E9D28A9-0202-6B41-9DE6-9B3EADC17B28}" cxnId="{CE8DBEC5-D430-4005-869A-C82A6241333D}" type="parTrans">
      <dgm:prSet/>
      <dgm:spPr/>
      <dgm:t>
        <a:bodyPr/>
        <a:lstStyle/>
        <a:p>
          <a:endParaRPr lang="en-GB"/>
        </a:p>
      </dgm:t>
    </dgm:pt>
    <dgm:pt modelId="{53626C34-1CEF-B346-B7F0-3DD53269C5B6}" cxnId="{CE8DBEC5-D430-4005-869A-C82A6241333D}" type="sibTrans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phldr="0" custT="1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/>
            <a:t>AI/ML Components</a:t>
          </a:r>
          <a:r>
            <a:rPr lang="en-US" altLang="en-US" sz="1000"/>
            <a:t/>
          </a:r>
          <a:endParaRPr lang="en-US" altLang="en-US" sz="1000"/>
        </a:p>
      </dgm:t>
    </dgm:pt>
    <dgm:pt modelId="{D029E1B0-002C-1E4F-B8C4-E8D784F7075D}" cxnId="{0C288AB9-6C46-4CCB-A712-8077B6069501}" type="parTrans">
      <dgm:prSet/>
      <dgm:spPr/>
      <dgm:t>
        <a:bodyPr/>
        <a:lstStyle/>
        <a:p>
          <a:endParaRPr lang="en-GB"/>
        </a:p>
      </dgm:t>
    </dgm:pt>
    <dgm:pt modelId="{9BEB67CC-BC5C-9145-902E-B2D41574C4D9}" cxnId="{0C288AB9-6C46-4CCB-A712-8077B6069501}" type="sibTrans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phldr="0" custT="1"/>
      <dgm:spPr>
        <a:ln>
          <a:solidFill>
            <a:schemeClr val="accent1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/>
            <a:t>Voice integration</a:t>
          </a:r>
          <a:r>
            <a:rPr lang="en-US" altLang="en-US" sz="1000"/>
            <a:t/>
          </a:r>
          <a:endParaRPr lang="en-US" altLang="en-US" sz="1000"/>
        </a:p>
      </dgm:t>
    </dgm:pt>
    <dgm:pt modelId="{B404269D-E280-B244-8985-C3EF359E4401}" cxnId="{9157958C-40DE-40B1-96DB-032CE91602EC}" type="parTrans">
      <dgm:prSet/>
      <dgm:spPr/>
      <dgm:t>
        <a:bodyPr/>
        <a:lstStyle/>
        <a:p>
          <a:endParaRPr lang="en-GB"/>
        </a:p>
      </dgm:t>
    </dgm:pt>
    <dgm:pt modelId="{5A42FEFD-13B1-4A48-A554-3AA146C7304E}" cxnId="{9157958C-40DE-40B1-96DB-032CE91602EC}" type="sibTrans">
      <dgm:prSet/>
      <dgm:spPr/>
      <dgm:t>
        <a:bodyPr/>
        <a:lstStyle/>
        <a:p>
          <a:endParaRPr lang="en-GB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cxnId="{0F5BFF3C-5B07-49A7-A6A4-2DB6F7B79A20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cxnId="{0F5BFF3C-5B07-49A7-A6A4-2DB6F7B79A20}" type="sibTrans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phldr="0" custT="0"/>
      <dgm:spPr>
        <a:ln>
          <a:solidFill>
            <a:schemeClr val="accent5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/>
            <a:t/>
          </a:r>
          <a:endParaRPr/>
        </a:p>
      </dgm:t>
    </dgm:pt>
    <dgm:pt modelId="{3A23F63D-F775-FA45-9A86-1830CB0473EB}" cxnId="{4B7AB698-8B53-4E13-9C1E-0A6F1514CD42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cxnId="{4B7AB698-8B53-4E13-9C1E-0A6F1514CD42}" type="sibTrans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cxnId="{2E5027A9-67D8-4ABE-B69B-D8E43C1E338F}" type="parTrans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cxnId="{2E5027A9-67D8-4ABE-B69B-D8E43C1E338F}" type="sibTrans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phldr="0" custT="1"/>
      <dgm:spPr>
        <a:ln>
          <a:solidFill>
            <a:schemeClr val="accent5"/>
          </a:solidFill>
        </a:ln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000" dirty="0"/>
            <a:t>App Video,</a:t>
          </a:r>
          <a:br>
            <a:rPr lang="en-GB" sz="1000" dirty="0"/>
          </a:br>
          <a:r>
            <a:rPr lang="en-GB" sz="1000" dirty="0"/>
            <a:t>Installation Guide</a:t>
          </a:r>
          <a:r>
            <a:rPr lang="en-GB" sz="1000" dirty="0"/>
            <a:t/>
          </a:r>
          <a:endParaRPr lang="en-GB" sz="1000" dirty="0"/>
        </a:p>
      </dgm:t>
    </dgm:pt>
    <dgm:pt modelId="{F2E405BB-9D46-8742-BDA8-9A651FCAAE01}" cxnId="{23746AA5-A256-40B4-9B24-B2D66239E6CD}" type="parTrans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cxnId="{23746AA5-A256-40B4-9B24-B2D66239E6CD}" type="sibTrans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cxnId="{CEF19FFA-9599-41FC-A744-BA6E91FC17A2}" type="parTrans">
      <dgm:prSet/>
      <dgm:spPr/>
      <dgm:t>
        <a:bodyPr/>
        <a:lstStyle/>
        <a:p>
          <a:endParaRPr lang="en-GB" sz="2000"/>
        </a:p>
      </dgm:t>
    </dgm:pt>
    <dgm:pt modelId="{D22C77A0-634A-E847-ACBE-C8CABEE39F57}" cxnId="{CEF19FFA-9599-41FC-A744-BA6E91FC17A2}" type="sibTrans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000" dirty="0"/>
            <a:t>Lessons Learnt, Project Report</a:t>
          </a:r>
          <a:r>
            <a:rPr lang="en-GB" sz="1000" dirty="0"/>
            <a:t/>
          </a:r>
          <a:endParaRPr lang="en-GB" sz="1000" dirty="0"/>
        </a:p>
      </dgm:t>
    </dgm:pt>
    <dgm:pt modelId="{C048921F-4EB1-284C-AA0A-60D6AD5FBA44}" cxnId="{DE6D2076-AFFC-4E96-8174-1E20BECEB52D}" type="parTrans">
      <dgm:prSet/>
      <dgm:spPr/>
      <dgm:t>
        <a:bodyPr/>
        <a:lstStyle/>
        <a:p>
          <a:endParaRPr lang="en-GB" sz="2000"/>
        </a:p>
      </dgm:t>
    </dgm:pt>
    <dgm:pt modelId="{F1E9B66D-779F-044F-A36C-5A89712C4696}" cxnId="{DE6D2076-AFFC-4E96-8174-1E20BECEB52D}" type="sibTrans">
      <dgm:prSet/>
      <dgm:spPr/>
      <dgm:t>
        <a:bodyPr/>
        <a:lstStyle/>
        <a:p>
          <a:endParaRPr lang="en-GB" sz="2000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811696" custScaleY="437489" custLinFactY="-39441" custLinFactNeighborX="-20433" custLinFactNeighborY="-100000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254591" custLinFactNeighborX="50886" custLinFactNeighborY="-7362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 custScaleX="173044" custScaleY="521141" custLinFactNeighborX="6493" custLinFactNeighborY="173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 custScaleX="216211" custScaleY="879726" custLinFactNeighborX="55414" custLinFactNeighborY="-8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 custScaleX="222125" custLinFactX="100000" custLinFactNeighborX="160102" custLinFactNeighborY="-73678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 custScaleX="145085" custScaleY="510322" custLinFactX="31666" custLinFactNeighborX="100000" custLinFactNeighborY="-17562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 custScaleX="164274" custScaleY="670396" custLinFactX="79060" custLinFactNeighborX="100000" custLinFactNeighborY="-17565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 custScaleX="204648" custScaleY="847364" custLinFactX="100000" custLinFactNeighborX="151568" custLinFactNeighborY="-26769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277253" custLinFactNeighborX="-2687" custLinFactNeighborY="-67029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 custScaleX="152502" custScaleY="100469" custLinFactY="-321" custLinFactNeighborX="34885" custLinFactNeighborY="-10000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264142" custScaleY="466457" custLinFactNeighborX="-40756" custLinFactNeighborY="-19975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 custScaleX="250740" custScaleY="306554" custLinFactY="200000" custLinFactNeighborX="-54301" custLinFactNeighborY="209181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 custScaleX="334009" custScaleY="363725" custLinFactY="200000" custLinFactNeighborX="74011" custLinFactNeighborY="256763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 custScaleX="339173" custScaleY="348697" custLinFactY="200000" custLinFactNeighborX="91438" custLinFactNeighborY="276805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 custScaleX="237939" custScaleY="442131" custLinFactNeighborX="19993" custLinFactNeighborY="44089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 custScaleX="171370" custLinFactX="-100000" custLinFactNeighborX="-101494" custLinFactNeighborY="-48622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 custScaleX="334400" custScaleY="486402" custLinFactX="-62805" custLinFactNeighborX="-100000" custLinFactNeighborY="-19519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 custScaleX="148333" custScaleY="137231" custLinFactX="100000" custLinFactY="31674" custLinFactNeighborX="155459" custLinFactNeighborY="100000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 custScaleX="241493" custScaleY="127794" custLinFactX="100000" custLinFactY="33177" custLinFactNeighborX="159632" custLinFactNeighborY="100000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 custScaleX="203992" custScaleY="125193" custLinFactX="100000" custLinFactY="44991" custLinFactNeighborX="161098" custLinFactNeighborY="100000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 custScaleX="191096" custScaleY="157254" custLinFactX="100000" custLinFactY="5363" custLinFactNeighborX="166127" custLinFactNeighborY="100000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 custLinFactX="-27087" custLinFactNeighborX="-100000" custLinFactNeighborY="-4142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 custScaleX="240720" custScaleY="381781" custLinFactNeighborX="-90970" custLinFactNeighborY="-27239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 custScaleX="202123" custLinFactNeighborX="-68641" custLinFactNeighborY="-59011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86292" custScaleY="172301" custLinFactNeighborX="-57203" custLinFactNeighborY="-50447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 custScaleX="189147" custLinFactNeighborX="13586" custLinFactNeighborY="-73828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51981" custScaleY="240606" custLinFactNeighborX="8371" custLinFactNeighborY="-6388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310FD6FE-95FC-49CE-8D63-1D2DE816DB23}" srcId="{E92234AA-C860-3042-A562-30250E798F70}" destId="{7835FD59-B514-0B47-B7B8-0983910456A6}" srcOrd="0" destOrd="0" parTransId="{4516BA82-0BF7-DC4A-BB7E-AEF87CBA9E8E}" sibTransId="{4931CA2C-7170-5840-AE86-F1E13D28BB9E}"/>
    <dgm:cxn modelId="{1F7AB2EF-FA10-4E78-8789-F58B63D8A62B}" srcId="{7835FD59-B514-0B47-B7B8-0983910456A6}" destId="{DF86860E-2719-A64A-80FF-F56192895399}" srcOrd="0" destOrd="0" parTransId="{19D8E85A-EF28-1042-9B35-665A12874640}" sibTransId="{8C78E4B8-8A53-064A-8DEF-85538FBF9661}"/>
    <dgm:cxn modelId="{CA91C918-FDB5-471B-9788-DE5A283D42FD}" srcId="{DF86860E-2719-A64A-80FF-F56192895399}" destId="{6F990348-5120-7140-980E-D1A49D03543A}" srcOrd="0" destOrd="0" parTransId="{D11E7EEC-A2DD-6148-AD59-6CD83C19C84D}" sibTransId="{0052B031-3B0D-B94E-9A5F-DB1C9D4170CB}"/>
    <dgm:cxn modelId="{3C254A88-936C-4AE9-98BB-114FE37F5AE4}" srcId="{DF86860E-2719-A64A-80FF-F56192895399}" destId="{29AD3176-2D40-CF49-A544-12BEE310D254}" srcOrd="1" destOrd="0" parTransId="{0E737143-6448-C24B-BA8B-38BA7568F52E}" sibTransId="{A987261C-62B1-B54A-BCDB-337C0AD98785}"/>
    <dgm:cxn modelId="{ACB19B73-5557-4AFF-BDA5-4133C69D39AF}" srcId="{7835FD59-B514-0B47-B7B8-0983910456A6}" destId="{03B89768-B859-2E49-8534-20D1EFA29B3B}" srcOrd="1" destOrd="0" parTransId="{C40EC512-88AF-B24D-AAB3-3E9A66643198}" sibTransId="{41368ECB-0374-1C4E-8ABF-D4FA251186D7}"/>
    <dgm:cxn modelId="{EA8D516D-58DC-44FB-990F-FA42DFB49D95}" srcId="{03B89768-B859-2E49-8534-20D1EFA29B3B}" destId="{50A67927-BA02-734A-A0AE-86F97EFE870C}" srcOrd="0" destOrd="1" parTransId="{570711A2-0F15-1E4E-84E9-5DECF631ACE9}" sibTransId="{70E373C1-C499-4F4D-A411-9466517DB83A}"/>
    <dgm:cxn modelId="{5A48A4E6-83E2-416C-81CE-700D2A223CCF}" srcId="{03B89768-B859-2E49-8534-20D1EFA29B3B}" destId="{98D6B55B-33A1-654B-9A07-4017B4BCBC3D}" srcOrd="1" destOrd="1" parTransId="{4B0E92FA-F37D-7E40-AB74-0DA56805BAE7}" sibTransId="{8A8A4344-3BE8-B549-90FE-FD6EAECB4AE4}"/>
    <dgm:cxn modelId="{EB37E32E-1BB4-48DA-937B-7FF98CB6759B}" srcId="{03B89768-B859-2E49-8534-20D1EFA29B3B}" destId="{7634EBF5-E466-1B4A-B6D3-3F4B45B7606D}" srcOrd="2" destOrd="1" parTransId="{95F71EBD-EC94-9D42-BB0E-C52845D7632F}" sibTransId="{A576ACF3-5629-494C-825D-3E4D1ED5B6F7}"/>
    <dgm:cxn modelId="{BEC068C4-6A34-445F-AA1C-9511BFAACED0}" srcId="{7835FD59-B514-0B47-B7B8-0983910456A6}" destId="{1BC165AB-B879-6E45-BE42-9DB85E468E5E}" srcOrd="2" destOrd="0" parTransId="{DB346DC5-5247-BD41-9BBB-38F381C6763A}" sibTransId="{4CF60A0D-4DA2-C649-B224-FED974309E30}"/>
    <dgm:cxn modelId="{4B44F97A-DF0C-4313-95C3-BBB08F7A386B}" srcId="{1BC165AB-B879-6E45-BE42-9DB85E468E5E}" destId="{8A7E9A38-0069-E54C-9C7F-E9C55CA7C411}" srcOrd="0" destOrd="2" parTransId="{0A42203B-26C8-F140-A21C-18A332E5B981}" sibTransId="{6AA96301-8764-0345-8DBD-97A6A149FAC5}"/>
    <dgm:cxn modelId="{B99D04F0-7EDC-4AF4-A06F-2B156655CA1B}" srcId="{8A7E9A38-0069-E54C-9C7F-E9C55CA7C411}" destId="{5ED8EFDF-8956-064A-9DFB-DCCA28CF5849}" srcOrd="0" destOrd="0" parTransId="{CDA5780B-21C9-BC4E-83B6-3CDECF37478F}" sibTransId="{C064E7FB-F77B-8B43-B893-C50FB7B07648}"/>
    <dgm:cxn modelId="{F44E1469-5861-4E52-A3E0-E0DD29446940}" srcId="{5ED8EFDF-8956-064A-9DFB-DCCA28CF5849}" destId="{D333C4C1-0537-FB48-B774-A687ACA99157}" srcOrd="0" destOrd="0" parTransId="{2C280079-523E-834B-ACAF-1472D33814CB}" sibTransId="{92B2FDE5-1BD3-A54F-BEFD-54C746AA0243}"/>
    <dgm:cxn modelId="{65D1E41D-B7EB-47AB-9400-A5C289E7ADC4}" srcId="{5ED8EFDF-8956-064A-9DFB-DCCA28CF5849}" destId="{DE5678F3-E484-B34C-A03A-1F29B4C5702D}" srcOrd="1" destOrd="0" parTransId="{13C05AA9-C29E-A441-BA1E-FA81DA491826}" sibTransId="{CAF9D787-BDB1-684A-A334-6F129690EA88}"/>
    <dgm:cxn modelId="{E652EAD0-89F1-4269-879C-F885671C3A78}" srcId="{5ED8EFDF-8956-064A-9DFB-DCCA28CF5849}" destId="{D34E1ADF-0E61-D948-AC0E-3AF3A48C9D61}" srcOrd="2" destOrd="0" parTransId="{72873E73-5BDD-2945-B603-202D1D221223}" sibTransId="{38263E12-A7B7-944A-8B7D-5B0F416AF784}"/>
    <dgm:cxn modelId="{209A6F6D-7FB1-4FBD-BCC2-D6AAA3F6C9B0}" srcId="{8A7E9A38-0069-E54C-9C7F-E9C55CA7C411}" destId="{C0B1B4C2-CF26-6245-98C7-F52857ED528A}" srcOrd="1" destOrd="0" parTransId="{E752A000-5711-0F4B-8B5D-326221EFD2A1}" sibTransId="{76C9CC4B-45E2-4441-8487-3F32F41D4709}"/>
    <dgm:cxn modelId="{A7067E7B-6342-42CB-B083-F39651F988F8}" srcId="{1BC165AB-B879-6E45-BE42-9DB85E468E5E}" destId="{7A85E6ED-B8E9-284E-8BEF-F3C0C778F5C0}" srcOrd="1" destOrd="2" parTransId="{86FF38A3-C483-214F-985A-8D30B54EDF81}" sibTransId="{45CF6AD3-13F7-C848-B1F5-16FDBE29A998}"/>
    <dgm:cxn modelId="{A796EC67-E192-46DB-8281-35C1D0EC04A9}" srcId="{7A85E6ED-B8E9-284E-8BEF-F3C0C778F5C0}" destId="{9D68368C-33AA-1644-80E4-398208A2C6F0}" srcOrd="0" destOrd="1" parTransId="{233303ED-F262-ED4B-9232-A7532CC4AECE}" sibTransId="{756363D6-F4EB-B243-ACB9-ABC2AB783F36}"/>
    <dgm:cxn modelId="{C08542BF-8DE2-4EEF-A0B2-FCEAC19367A5}" srcId="{9D68368C-33AA-1644-80E4-398208A2C6F0}" destId="{2E5B166C-9F1A-1A40-BE57-97EA2A4F71E6}" srcOrd="0" destOrd="0" parTransId="{3C4B69D1-D6CE-7142-B782-AC33E8916659}" sibTransId="{2CF3B4AA-7C11-2546-98DE-F3AAC32AAF14}"/>
    <dgm:cxn modelId="{CE8DBEC5-D430-4005-869A-C82A6241333D}" srcId="{9D68368C-33AA-1644-80E4-398208A2C6F0}" destId="{168E6C2B-590B-9741-AD46-A772950FDC0B}" srcOrd="1" destOrd="0" parTransId="{6E9D28A9-0202-6B41-9DE6-9B3EADC17B28}" sibTransId="{53626C34-1CEF-B346-B7F0-3DD53269C5B6}"/>
    <dgm:cxn modelId="{0C288AB9-6C46-4CCB-A712-8077B6069501}" srcId="{9D68368C-33AA-1644-80E4-398208A2C6F0}" destId="{5F667AE8-046B-E44C-AE01-855B5A32DC04}" srcOrd="2" destOrd="0" parTransId="{D029E1B0-002C-1E4F-B8C4-E8D784F7075D}" sibTransId="{9BEB67CC-BC5C-9145-902E-B2D41574C4D9}"/>
    <dgm:cxn modelId="{9157958C-40DE-40B1-96DB-032CE91602EC}" srcId="{9D68368C-33AA-1644-80E4-398208A2C6F0}" destId="{8914F4E6-8F5A-A647-9AC4-5F23D5F3067F}" srcOrd="3" destOrd="0" parTransId="{B404269D-E280-B244-8985-C3EF359E4401}" sibTransId="{5A42FEFD-13B1-4A48-A554-3AA146C7304E}"/>
    <dgm:cxn modelId="{0F5BFF3C-5B07-49A7-A6A4-2DB6F7B79A20}" srcId="{1BC165AB-B879-6E45-BE42-9DB85E468E5E}" destId="{3E0002A5-03D5-114A-9781-6C090D0BE78D}" srcOrd="2" destOrd="2" parTransId="{F16FF941-90DF-5F41-878C-0883EADCDDD3}" sibTransId="{EF95B67C-7088-4D4F-B98D-504BD6CF5E06}"/>
    <dgm:cxn modelId="{4B7AB698-8B53-4E13-9C1E-0A6F1514CD42}" srcId="{3E0002A5-03D5-114A-9781-6C090D0BE78D}" destId="{D68BBA40-1F9F-C24D-BB19-710FF1013F30}" srcOrd="0" destOrd="2" parTransId="{3A23F63D-F775-FA45-9A86-1830CB0473EB}" sibTransId="{7FA377DC-A82F-9545-B35F-D135EC13740C}"/>
    <dgm:cxn modelId="{2E5027A9-67D8-4ABE-B69B-D8E43C1E338F}" srcId="{1BC165AB-B879-6E45-BE42-9DB85E468E5E}" destId="{9CF7D53B-F3DC-984D-B4E6-8F25C31E5C97}" srcOrd="3" destOrd="2" parTransId="{DD0F50AC-AB00-A748-AF99-554195A7089E}" sibTransId="{D2E6F20F-6E07-4942-ADD7-7EF190DB0668}"/>
    <dgm:cxn modelId="{23746AA5-A256-40B4-9B24-B2D66239E6CD}" srcId="{9CF7D53B-F3DC-984D-B4E6-8F25C31E5C97}" destId="{D1A8A6CA-0B6E-724A-87A8-FD6A0D5D7FA2}" srcOrd="0" destOrd="3" parTransId="{F2E405BB-9D46-8742-BDA8-9A651FCAAE01}" sibTransId="{ED709F34-2065-8B4D-8890-38221EB21289}"/>
    <dgm:cxn modelId="{CEF19FFA-9599-41FC-A744-BA6E91FC17A2}" srcId="{7835FD59-B514-0B47-B7B8-0983910456A6}" destId="{364C3A0C-E45B-3E48-9CE5-9EB4D5E291A3}" srcOrd="3" destOrd="0" parTransId="{11A7F51E-264B-AE48-B5DB-DBB3BAC5164B}" sibTransId="{D22C77A0-634A-E847-ACBE-C8CABEE39F57}"/>
    <dgm:cxn modelId="{DE6D2076-AFFC-4E96-8174-1E20BECEB52D}" srcId="{364C3A0C-E45B-3E48-9CE5-9EB4D5E291A3}" destId="{089FD83E-6928-1E43-95D3-124D5441D173}" srcOrd="0" destOrd="3" parTransId="{C048921F-4EB1-284C-AA0A-60D6AD5FBA44}" sibTransId="{F1E9B66D-779F-044F-A36C-5A89712C4696}"/>
    <dgm:cxn modelId="{5F1AC20C-8811-436D-B1AC-5DDB6C0CF9E9}" type="presOf" srcId="{E92234AA-C860-3042-A562-30250E798F70}" destId="{E5400895-F99F-7F41-8583-4BD162EA06C2}" srcOrd="0" destOrd="0" presId="urn:microsoft.com/office/officeart/2005/8/layout/hierarchy1"/>
    <dgm:cxn modelId="{60404850-7D09-4D82-B5AE-E3AFC65812A2}" type="presParOf" srcId="{E5400895-F99F-7F41-8583-4BD162EA06C2}" destId="{C8E5C753-0B0D-8E4A-87C9-0512E2387AAE}" srcOrd="0" destOrd="0" presId="urn:microsoft.com/office/officeart/2005/8/layout/hierarchy1"/>
    <dgm:cxn modelId="{3CE26A36-8A8D-44EF-9D76-A7D5C94B7C7D}" type="presParOf" srcId="{C8E5C753-0B0D-8E4A-87C9-0512E2387AAE}" destId="{5820EE7F-AEA0-3E48-B9D6-424BD60081AD}" srcOrd="0" destOrd="0" presId="urn:microsoft.com/office/officeart/2005/8/layout/hierarchy1"/>
    <dgm:cxn modelId="{6787FDCF-F044-4F19-A72F-F7B6A27A2D58}" type="presParOf" srcId="{5820EE7F-AEA0-3E48-B9D6-424BD60081AD}" destId="{93EB40CF-C469-C042-9AAC-9E65599A2A8E}" srcOrd="0" destOrd="0" presId="urn:microsoft.com/office/officeart/2005/8/layout/hierarchy1"/>
    <dgm:cxn modelId="{98680642-165C-4772-8D4E-9AFFAE5FA988}" type="presParOf" srcId="{5820EE7F-AEA0-3E48-B9D6-424BD60081AD}" destId="{265B3781-273D-0148-87CB-FBE8B43D31EF}" srcOrd="1" destOrd="0" presId="urn:microsoft.com/office/officeart/2005/8/layout/hierarchy1"/>
    <dgm:cxn modelId="{26A548D0-71F0-4DA8-BEC3-60A69A7F0E82}" type="presOf" srcId="{7835FD59-B514-0B47-B7B8-0983910456A6}" destId="{265B3781-273D-0148-87CB-FBE8B43D31EF}" srcOrd="0" destOrd="0" presId="urn:microsoft.com/office/officeart/2005/8/layout/hierarchy1"/>
    <dgm:cxn modelId="{B2D813BF-0F4A-4291-91A5-1AC09885E592}" type="presParOf" srcId="{C8E5C753-0B0D-8E4A-87C9-0512E2387AAE}" destId="{5C49ECAC-5568-E44A-857C-15EC9EF0E8A5}" srcOrd="1" destOrd="0" presId="urn:microsoft.com/office/officeart/2005/8/layout/hierarchy1"/>
    <dgm:cxn modelId="{BF6C9EE1-6612-4DCA-BC18-3B29AF87201A}" type="presParOf" srcId="{5C49ECAC-5568-E44A-857C-15EC9EF0E8A5}" destId="{564C0382-73AB-AD40-BC20-ACDA75959C27}" srcOrd="0" destOrd="1" presId="urn:microsoft.com/office/officeart/2005/8/layout/hierarchy1"/>
    <dgm:cxn modelId="{10E7F1FF-FB47-43C9-AC8E-F7F6045DEF67}" type="presOf" srcId="{19D8E85A-EF28-1042-9B35-665A12874640}" destId="{564C0382-73AB-AD40-BC20-ACDA75959C27}" srcOrd="0" destOrd="0" presId="urn:microsoft.com/office/officeart/2005/8/layout/hierarchy1"/>
    <dgm:cxn modelId="{D93BBD67-CA3D-47A7-824A-5F5C024D2493}" type="presParOf" srcId="{5C49ECAC-5568-E44A-857C-15EC9EF0E8A5}" destId="{10F1810C-02FC-0744-9E7D-3799BAC81C6A}" srcOrd="1" destOrd="1" presId="urn:microsoft.com/office/officeart/2005/8/layout/hierarchy1"/>
    <dgm:cxn modelId="{C1462F46-4BA6-4814-8BE4-2F553D52D3B4}" type="presParOf" srcId="{10F1810C-02FC-0744-9E7D-3799BAC81C6A}" destId="{D5498994-C2A0-3C4E-A4A7-D16EB2379558}" srcOrd="0" destOrd="1" presId="urn:microsoft.com/office/officeart/2005/8/layout/hierarchy1"/>
    <dgm:cxn modelId="{A3AA48C6-7476-4E64-9A1B-21DC459C4AFE}" type="presParOf" srcId="{D5498994-C2A0-3C4E-A4A7-D16EB2379558}" destId="{98C76165-9034-1643-9104-9B92F7A95E7E}" srcOrd="0" destOrd="0" presId="urn:microsoft.com/office/officeart/2005/8/layout/hierarchy1"/>
    <dgm:cxn modelId="{6A86CF70-7A78-42AE-8296-095960D17B31}" type="presParOf" srcId="{D5498994-C2A0-3C4E-A4A7-D16EB2379558}" destId="{F1BC48F8-BC78-354B-8D25-7D5CBB308992}" srcOrd="1" destOrd="0" presId="urn:microsoft.com/office/officeart/2005/8/layout/hierarchy1"/>
    <dgm:cxn modelId="{C82E49D7-071F-4C02-AC2C-872FEFCAB4C7}" type="presOf" srcId="{DF86860E-2719-A64A-80FF-F56192895399}" destId="{F1BC48F8-BC78-354B-8D25-7D5CBB308992}" srcOrd="0" destOrd="0" presId="urn:microsoft.com/office/officeart/2005/8/layout/hierarchy1"/>
    <dgm:cxn modelId="{06F2535B-CD8B-4354-8A11-5A2220B73EBC}" type="presParOf" srcId="{10F1810C-02FC-0744-9E7D-3799BAC81C6A}" destId="{0EDC9799-1D2B-AD42-A6DC-713273D15719}" srcOrd="1" destOrd="1" presId="urn:microsoft.com/office/officeart/2005/8/layout/hierarchy1"/>
    <dgm:cxn modelId="{1E7F309F-B528-4772-9C75-3F07140CD8F3}" type="presParOf" srcId="{0EDC9799-1D2B-AD42-A6DC-713273D15719}" destId="{C31C142D-CC01-1143-97E8-88E8F2B4524A}" srcOrd="0" destOrd="1" presId="urn:microsoft.com/office/officeart/2005/8/layout/hierarchy1"/>
    <dgm:cxn modelId="{89A52A84-F047-4545-A219-4457B68AC4F4}" type="presOf" srcId="{D11E7EEC-A2DD-6148-AD59-6CD83C19C84D}" destId="{C31C142D-CC01-1143-97E8-88E8F2B4524A}" srcOrd="0" destOrd="0" presId="urn:microsoft.com/office/officeart/2005/8/layout/hierarchy1"/>
    <dgm:cxn modelId="{61489D1F-DBCD-4F6A-AD8D-C69C22C926E1}" type="presParOf" srcId="{0EDC9799-1D2B-AD42-A6DC-713273D15719}" destId="{26E33841-EF6B-1448-81F7-61C34CE82128}" srcOrd="1" destOrd="1" presId="urn:microsoft.com/office/officeart/2005/8/layout/hierarchy1"/>
    <dgm:cxn modelId="{57C5CF22-CA93-4494-B78A-928037528B80}" type="presParOf" srcId="{26E33841-EF6B-1448-81F7-61C34CE82128}" destId="{783C22AC-5289-D94B-9E76-2851D2F1783E}" srcOrd="0" destOrd="1" presId="urn:microsoft.com/office/officeart/2005/8/layout/hierarchy1"/>
    <dgm:cxn modelId="{C5E6D10D-5C2B-403B-A395-8692E662E34C}" type="presParOf" srcId="{783C22AC-5289-D94B-9E76-2851D2F1783E}" destId="{44BEB450-4BCD-F54F-A322-73AA595A8A41}" srcOrd="0" destOrd="0" presId="urn:microsoft.com/office/officeart/2005/8/layout/hierarchy1"/>
    <dgm:cxn modelId="{BB4ED433-936F-468C-9ECF-DCD1C5C9279D}" type="presParOf" srcId="{783C22AC-5289-D94B-9E76-2851D2F1783E}" destId="{082858DA-3FBC-224B-94F4-A3E62BFB3CA0}" srcOrd="1" destOrd="0" presId="urn:microsoft.com/office/officeart/2005/8/layout/hierarchy1"/>
    <dgm:cxn modelId="{29394100-265D-4696-A058-C8B22A7981C1}" type="presOf" srcId="{6F990348-5120-7140-980E-D1A49D03543A}" destId="{082858DA-3FBC-224B-94F4-A3E62BFB3CA0}" srcOrd="0" destOrd="0" presId="urn:microsoft.com/office/officeart/2005/8/layout/hierarchy1"/>
    <dgm:cxn modelId="{D7460B9F-9F8E-442C-B996-9E1E45DB2A79}" type="presParOf" srcId="{26E33841-EF6B-1448-81F7-61C34CE82128}" destId="{7629E604-018F-5242-B3CC-BC899D593649}" srcOrd="1" destOrd="1" presId="urn:microsoft.com/office/officeart/2005/8/layout/hierarchy1"/>
    <dgm:cxn modelId="{3A02E96E-4C29-4900-A0FE-6446AE2F541C}" type="presParOf" srcId="{0EDC9799-1D2B-AD42-A6DC-713273D15719}" destId="{7D68BC0A-EDF7-E349-B498-3CBB7AA07288}" srcOrd="2" destOrd="1" presId="urn:microsoft.com/office/officeart/2005/8/layout/hierarchy1"/>
    <dgm:cxn modelId="{C3FCA7B0-8FC9-499A-92BC-3FC0E9390309}" type="presOf" srcId="{0E737143-6448-C24B-BA8B-38BA7568F52E}" destId="{7D68BC0A-EDF7-E349-B498-3CBB7AA07288}" srcOrd="0" destOrd="0" presId="urn:microsoft.com/office/officeart/2005/8/layout/hierarchy1"/>
    <dgm:cxn modelId="{F4C795CA-05F4-4178-AF90-87352FB38A28}" type="presParOf" srcId="{0EDC9799-1D2B-AD42-A6DC-713273D15719}" destId="{6BD3E0B7-5C33-314F-9AE1-8FB84560DB2A}" srcOrd="3" destOrd="1" presId="urn:microsoft.com/office/officeart/2005/8/layout/hierarchy1"/>
    <dgm:cxn modelId="{01DBB952-242C-40B2-9219-747BCF3F35BB}" type="presParOf" srcId="{6BD3E0B7-5C33-314F-9AE1-8FB84560DB2A}" destId="{575676E5-BDCB-D34D-9698-BB8D578C3BE3}" srcOrd="0" destOrd="3" presId="urn:microsoft.com/office/officeart/2005/8/layout/hierarchy1"/>
    <dgm:cxn modelId="{A61C2105-A399-42E9-8965-6D1064DCFAD4}" type="presParOf" srcId="{575676E5-BDCB-D34D-9698-BB8D578C3BE3}" destId="{FEEC3C17-77DE-4445-9F57-EC26BC3F2F4C}" srcOrd="0" destOrd="0" presId="urn:microsoft.com/office/officeart/2005/8/layout/hierarchy1"/>
    <dgm:cxn modelId="{CD14758D-DA1C-4F86-AEC9-D94B5E8DE556}" type="presParOf" srcId="{575676E5-BDCB-D34D-9698-BB8D578C3BE3}" destId="{8EEDF970-CC88-124A-A9E9-A1462E464C5C}" srcOrd="1" destOrd="0" presId="urn:microsoft.com/office/officeart/2005/8/layout/hierarchy1"/>
    <dgm:cxn modelId="{F417253B-28F8-45F8-BC22-B54FA0BDFC56}" type="presOf" srcId="{29AD3176-2D40-CF49-A544-12BEE310D254}" destId="{8EEDF970-CC88-124A-A9E9-A1462E464C5C}" srcOrd="0" destOrd="0" presId="urn:microsoft.com/office/officeart/2005/8/layout/hierarchy1"/>
    <dgm:cxn modelId="{76CEA0AF-F853-4CEA-B88E-D0C1CD39CB14}" type="presParOf" srcId="{6BD3E0B7-5C33-314F-9AE1-8FB84560DB2A}" destId="{5E414DC5-BB3A-894D-9574-4858C7DCC085}" srcOrd="1" destOrd="3" presId="urn:microsoft.com/office/officeart/2005/8/layout/hierarchy1"/>
    <dgm:cxn modelId="{2507D77F-8F2F-4FB1-B416-C589EFBC82BF}" type="presParOf" srcId="{5C49ECAC-5568-E44A-857C-15EC9EF0E8A5}" destId="{CFFA7558-0139-FA4C-979C-AB56256C62DB}" srcOrd="2" destOrd="1" presId="urn:microsoft.com/office/officeart/2005/8/layout/hierarchy1"/>
    <dgm:cxn modelId="{6500AA7E-2853-4444-A609-2105B60669E2}" type="presOf" srcId="{C40EC512-88AF-B24D-AAB3-3E9A66643198}" destId="{CFFA7558-0139-FA4C-979C-AB56256C62DB}" srcOrd="0" destOrd="0" presId="urn:microsoft.com/office/officeart/2005/8/layout/hierarchy1"/>
    <dgm:cxn modelId="{8A215239-B147-41F4-AD39-213CFDE56029}" type="presParOf" srcId="{5C49ECAC-5568-E44A-857C-15EC9EF0E8A5}" destId="{6EC83D77-56A9-104D-AE1E-CD057355C747}" srcOrd="3" destOrd="1" presId="urn:microsoft.com/office/officeart/2005/8/layout/hierarchy1"/>
    <dgm:cxn modelId="{D254BB1C-1246-43CB-AD4C-F3EB6D3BF6BB}" type="presParOf" srcId="{6EC83D77-56A9-104D-AE1E-CD057355C747}" destId="{DC8CD46E-7392-1744-84C8-9E787FE21689}" srcOrd="0" destOrd="3" presId="urn:microsoft.com/office/officeart/2005/8/layout/hierarchy1"/>
    <dgm:cxn modelId="{B8F98B96-B821-4A18-B80C-1225B6933B8A}" type="presParOf" srcId="{DC8CD46E-7392-1744-84C8-9E787FE21689}" destId="{10ED8AD8-C95D-7F46-8284-6BFFCB8023D0}" srcOrd="0" destOrd="0" presId="urn:microsoft.com/office/officeart/2005/8/layout/hierarchy1"/>
    <dgm:cxn modelId="{B12F5F93-CAFE-46A0-84EE-2905676475AC}" type="presParOf" srcId="{DC8CD46E-7392-1744-84C8-9E787FE21689}" destId="{CE004470-AE31-6542-BE4E-74C32357678F}" srcOrd="1" destOrd="0" presId="urn:microsoft.com/office/officeart/2005/8/layout/hierarchy1"/>
    <dgm:cxn modelId="{A94BB7F7-943A-4C5A-8421-6CDCA590A560}" type="presOf" srcId="{03B89768-B859-2E49-8534-20D1EFA29B3B}" destId="{CE004470-AE31-6542-BE4E-74C32357678F}" srcOrd="0" destOrd="0" presId="urn:microsoft.com/office/officeart/2005/8/layout/hierarchy1"/>
    <dgm:cxn modelId="{8F989522-91FD-402D-A8E3-981D9F6466EA}" type="presParOf" srcId="{6EC83D77-56A9-104D-AE1E-CD057355C747}" destId="{05B32D1F-AA47-BD4B-9861-CEB2BA77339A}" srcOrd="1" destOrd="3" presId="urn:microsoft.com/office/officeart/2005/8/layout/hierarchy1"/>
    <dgm:cxn modelId="{38699EAB-709A-4710-8FC3-50E186819554}" type="presParOf" srcId="{05B32D1F-AA47-BD4B-9861-CEB2BA77339A}" destId="{174D4A2F-9BFD-8B4F-A3F7-0D2A7E4C3E7E}" srcOrd="0" destOrd="1" presId="urn:microsoft.com/office/officeart/2005/8/layout/hierarchy1"/>
    <dgm:cxn modelId="{ACD4AF7F-C4C5-4127-B7BD-3D32AAEC2020}" type="presOf" srcId="{570711A2-0F15-1E4E-84E9-5DECF631ACE9}" destId="{174D4A2F-9BFD-8B4F-A3F7-0D2A7E4C3E7E}" srcOrd="0" destOrd="0" presId="urn:microsoft.com/office/officeart/2005/8/layout/hierarchy1"/>
    <dgm:cxn modelId="{D388D731-50AD-40DF-8EDA-9E29589038C7}" type="presParOf" srcId="{05B32D1F-AA47-BD4B-9861-CEB2BA77339A}" destId="{196731D4-7E5D-6145-ABEB-A5EEBB5B68CD}" srcOrd="1" destOrd="1" presId="urn:microsoft.com/office/officeart/2005/8/layout/hierarchy1"/>
    <dgm:cxn modelId="{FEEE2EB9-5663-4440-ADCA-D6D7CC6E8CFE}" type="presParOf" srcId="{196731D4-7E5D-6145-ABEB-A5EEBB5B68CD}" destId="{4B64F7C2-5DAB-AD4A-AE85-632E15C47654}" srcOrd="0" destOrd="1" presId="urn:microsoft.com/office/officeart/2005/8/layout/hierarchy1"/>
    <dgm:cxn modelId="{451C6F03-6BE2-47ED-90AA-293B59972E46}" type="presParOf" srcId="{4B64F7C2-5DAB-AD4A-AE85-632E15C47654}" destId="{6E16703E-D480-984D-B802-173E140186A1}" srcOrd="0" destOrd="0" presId="urn:microsoft.com/office/officeart/2005/8/layout/hierarchy1"/>
    <dgm:cxn modelId="{F29026D2-B1C6-4CEA-9E7B-24DAE836F26D}" type="presParOf" srcId="{4B64F7C2-5DAB-AD4A-AE85-632E15C47654}" destId="{1335637A-7683-4A41-B519-CE080C5D3C7D}" srcOrd="1" destOrd="0" presId="urn:microsoft.com/office/officeart/2005/8/layout/hierarchy1"/>
    <dgm:cxn modelId="{A8E39316-37D0-472E-97D1-5FD3E0BB10B0}" type="presOf" srcId="{50A67927-BA02-734A-A0AE-86F97EFE870C}" destId="{1335637A-7683-4A41-B519-CE080C5D3C7D}" srcOrd="0" destOrd="0" presId="urn:microsoft.com/office/officeart/2005/8/layout/hierarchy1"/>
    <dgm:cxn modelId="{97FD06A3-5F33-457D-8FE2-D8D4ACC56313}" type="presParOf" srcId="{196731D4-7E5D-6145-ABEB-A5EEBB5B68CD}" destId="{9F81CD06-620E-2440-B2AF-59194600DD49}" srcOrd="1" destOrd="1" presId="urn:microsoft.com/office/officeart/2005/8/layout/hierarchy1"/>
    <dgm:cxn modelId="{DE86ABE3-D341-451A-BE57-7CFF9CCD7BC4}" type="presParOf" srcId="{05B32D1F-AA47-BD4B-9861-CEB2BA77339A}" destId="{A174D04D-B60D-7348-8B58-A47928E619EC}" srcOrd="2" destOrd="1" presId="urn:microsoft.com/office/officeart/2005/8/layout/hierarchy1"/>
    <dgm:cxn modelId="{E863D80C-B140-4995-B837-A433E113615E}" type="presOf" srcId="{4B0E92FA-F37D-7E40-AB74-0DA56805BAE7}" destId="{A174D04D-B60D-7348-8B58-A47928E619EC}" srcOrd="0" destOrd="0" presId="urn:microsoft.com/office/officeart/2005/8/layout/hierarchy1"/>
    <dgm:cxn modelId="{2C91162B-7C42-4131-AAC7-EE53CDE689DE}" type="presParOf" srcId="{05B32D1F-AA47-BD4B-9861-CEB2BA77339A}" destId="{30A85658-0530-CB42-B571-1E87CC91D0E4}" srcOrd="3" destOrd="1" presId="urn:microsoft.com/office/officeart/2005/8/layout/hierarchy1"/>
    <dgm:cxn modelId="{0B7CB71C-9F88-4047-8F1E-E052470C509B}" type="presParOf" srcId="{30A85658-0530-CB42-B571-1E87CC91D0E4}" destId="{E0024918-00B1-2340-BC03-724DBBE99F0A}" srcOrd="0" destOrd="3" presId="urn:microsoft.com/office/officeart/2005/8/layout/hierarchy1"/>
    <dgm:cxn modelId="{B3C4CAED-F196-482F-80BE-AAEC2F2E0B56}" type="presParOf" srcId="{E0024918-00B1-2340-BC03-724DBBE99F0A}" destId="{9BB62355-7E98-FF48-B43F-443943F5FC67}" srcOrd="0" destOrd="0" presId="urn:microsoft.com/office/officeart/2005/8/layout/hierarchy1"/>
    <dgm:cxn modelId="{29CE9C4C-4AD8-4533-9318-0759836B07F6}" type="presParOf" srcId="{E0024918-00B1-2340-BC03-724DBBE99F0A}" destId="{98149894-16C1-9849-9F1D-7F8F3F75A8FC}" srcOrd="1" destOrd="0" presId="urn:microsoft.com/office/officeart/2005/8/layout/hierarchy1"/>
    <dgm:cxn modelId="{81C93FA4-A923-48AC-BF10-0CCBC195B67B}" type="presOf" srcId="{98D6B55B-33A1-654B-9A07-4017B4BCBC3D}" destId="{98149894-16C1-9849-9F1D-7F8F3F75A8FC}" srcOrd="0" destOrd="0" presId="urn:microsoft.com/office/officeart/2005/8/layout/hierarchy1"/>
    <dgm:cxn modelId="{0ECACE40-83AB-4657-8CA0-3C5B20520E22}" type="presParOf" srcId="{30A85658-0530-CB42-B571-1E87CC91D0E4}" destId="{99C4F68D-F73D-6A4E-BE4F-1FE4355B995F}" srcOrd="1" destOrd="3" presId="urn:microsoft.com/office/officeart/2005/8/layout/hierarchy1"/>
    <dgm:cxn modelId="{20FE42DB-D01A-4356-8768-BA0CBFE90AD7}" type="presParOf" srcId="{05B32D1F-AA47-BD4B-9861-CEB2BA77339A}" destId="{E2CD4462-F0C6-4B43-9B77-3211BA022417}" srcOrd="4" destOrd="1" presId="urn:microsoft.com/office/officeart/2005/8/layout/hierarchy1"/>
    <dgm:cxn modelId="{2C077D55-3551-43DE-92E3-0B210364FE1C}" type="presOf" srcId="{95F71EBD-EC94-9D42-BB0E-C52845D7632F}" destId="{E2CD4462-F0C6-4B43-9B77-3211BA022417}" srcOrd="0" destOrd="0" presId="urn:microsoft.com/office/officeart/2005/8/layout/hierarchy1"/>
    <dgm:cxn modelId="{8A1602E6-1568-4EE5-85D4-D727AD688BA6}" type="presParOf" srcId="{05B32D1F-AA47-BD4B-9861-CEB2BA77339A}" destId="{08080D38-0204-9C4A-92FB-3C366F00C440}" srcOrd="5" destOrd="1" presId="urn:microsoft.com/office/officeart/2005/8/layout/hierarchy1"/>
    <dgm:cxn modelId="{424F6F9A-8831-4BDB-A221-97E81DA7031D}" type="presParOf" srcId="{08080D38-0204-9C4A-92FB-3C366F00C440}" destId="{FDA12B9F-7C66-DB4A-8536-4921795A1CBB}" srcOrd="0" destOrd="5" presId="urn:microsoft.com/office/officeart/2005/8/layout/hierarchy1"/>
    <dgm:cxn modelId="{9BAD5CF7-505A-4FBF-8893-474DBF86B6E5}" type="presParOf" srcId="{FDA12B9F-7C66-DB4A-8536-4921795A1CBB}" destId="{06B3B77D-83B7-4F4F-A505-FD6E2141620B}" srcOrd="0" destOrd="0" presId="urn:microsoft.com/office/officeart/2005/8/layout/hierarchy1"/>
    <dgm:cxn modelId="{56D1363B-6ABA-437B-ACDD-52D79C081449}" type="presParOf" srcId="{FDA12B9F-7C66-DB4A-8536-4921795A1CBB}" destId="{EACE96B3-4D7B-5841-A0E5-AF7D060742AB}" srcOrd="1" destOrd="0" presId="urn:microsoft.com/office/officeart/2005/8/layout/hierarchy1"/>
    <dgm:cxn modelId="{DAD42B73-504E-4888-9C72-8A29F2984734}" type="presOf" srcId="{7634EBF5-E466-1B4A-B6D3-3F4B45B7606D}" destId="{EACE96B3-4D7B-5841-A0E5-AF7D060742AB}" srcOrd="0" destOrd="0" presId="urn:microsoft.com/office/officeart/2005/8/layout/hierarchy1"/>
    <dgm:cxn modelId="{A5E0AA16-BDF2-4B44-9F39-D5AE59F9C036}" type="presParOf" srcId="{08080D38-0204-9C4A-92FB-3C366F00C440}" destId="{C87E8C82-A391-6047-AF70-E034A283C4E6}" srcOrd="1" destOrd="5" presId="urn:microsoft.com/office/officeart/2005/8/layout/hierarchy1"/>
    <dgm:cxn modelId="{75CBACE8-2468-4243-8001-3E98BE06E613}" type="presParOf" srcId="{5C49ECAC-5568-E44A-857C-15EC9EF0E8A5}" destId="{BAE9D8D9-F63B-0243-A497-F16166EB0CBB}" srcOrd="4" destOrd="1" presId="urn:microsoft.com/office/officeart/2005/8/layout/hierarchy1"/>
    <dgm:cxn modelId="{32764C81-80CF-489E-8769-A0DCB4AFB1E9}" type="presOf" srcId="{DB346DC5-5247-BD41-9BBB-38F381C6763A}" destId="{BAE9D8D9-F63B-0243-A497-F16166EB0CBB}" srcOrd="0" destOrd="0" presId="urn:microsoft.com/office/officeart/2005/8/layout/hierarchy1"/>
    <dgm:cxn modelId="{BB97C1F2-8D4B-4334-A8AE-785F89E06FFE}" type="presParOf" srcId="{5C49ECAC-5568-E44A-857C-15EC9EF0E8A5}" destId="{7D3F5C1B-61DC-AD42-8AE5-BEEE45F0D2A2}" srcOrd="5" destOrd="1" presId="urn:microsoft.com/office/officeart/2005/8/layout/hierarchy1"/>
    <dgm:cxn modelId="{F5918D6B-C78C-4431-8109-3F1A43D0E639}" type="presParOf" srcId="{7D3F5C1B-61DC-AD42-8AE5-BEEE45F0D2A2}" destId="{AC665988-D2DC-E14F-B467-28ADF91F8F15}" srcOrd="0" destOrd="5" presId="urn:microsoft.com/office/officeart/2005/8/layout/hierarchy1"/>
    <dgm:cxn modelId="{A2AA713E-9D04-473D-B79B-D63AFED5A343}" type="presParOf" srcId="{AC665988-D2DC-E14F-B467-28ADF91F8F15}" destId="{B1AEAF6C-B8B1-1748-805C-DEA9F80466AD}" srcOrd="0" destOrd="0" presId="urn:microsoft.com/office/officeart/2005/8/layout/hierarchy1"/>
    <dgm:cxn modelId="{3760839D-011B-4317-A541-387C7793CA69}" type="presParOf" srcId="{AC665988-D2DC-E14F-B467-28ADF91F8F15}" destId="{C9D855B1-F204-3449-A0AB-C83C199BFD6B}" srcOrd="1" destOrd="0" presId="urn:microsoft.com/office/officeart/2005/8/layout/hierarchy1"/>
    <dgm:cxn modelId="{1C5378BB-B7F3-4624-8C0B-E396AD60CD18}" type="presOf" srcId="{1BC165AB-B879-6E45-BE42-9DB85E468E5E}" destId="{C9D855B1-F204-3449-A0AB-C83C199BFD6B}" srcOrd="0" destOrd="0" presId="urn:microsoft.com/office/officeart/2005/8/layout/hierarchy1"/>
    <dgm:cxn modelId="{0417500D-404B-40D4-854B-64576F1A0EBA}" type="presParOf" srcId="{7D3F5C1B-61DC-AD42-8AE5-BEEE45F0D2A2}" destId="{158DD9B6-60BC-2441-9B3A-ABE4E09BA18B}" srcOrd="1" destOrd="5" presId="urn:microsoft.com/office/officeart/2005/8/layout/hierarchy1"/>
    <dgm:cxn modelId="{A0D40C3B-BC50-4FFB-8E8E-A97327411115}" type="presParOf" srcId="{158DD9B6-60BC-2441-9B3A-ABE4E09BA18B}" destId="{4C4AF905-DDF4-E241-A58B-D9F5E626544B}" srcOrd="0" destOrd="1" presId="urn:microsoft.com/office/officeart/2005/8/layout/hierarchy1"/>
    <dgm:cxn modelId="{4A33DDDE-AC92-4B43-9D57-668CB454B3DC}" type="presOf" srcId="{0A42203B-26C8-F140-A21C-18A332E5B981}" destId="{4C4AF905-DDF4-E241-A58B-D9F5E626544B}" srcOrd="0" destOrd="0" presId="urn:microsoft.com/office/officeart/2005/8/layout/hierarchy1"/>
    <dgm:cxn modelId="{FAB8FEBD-D326-49B7-8C42-5068AE397D28}" type="presParOf" srcId="{158DD9B6-60BC-2441-9B3A-ABE4E09BA18B}" destId="{96F9D759-329B-8447-ACE3-1D1908AF39CA}" srcOrd="1" destOrd="1" presId="urn:microsoft.com/office/officeart/2005/8/layout/hierarchy1"/>
    <dgm:cxn modelId="{EC1EE417-C305-4970-A752-C0CAA954DB53}" type="presParOf" srcId="{96F9D759-329B-8447-ACE3-1D1908AF39CA}" destId="{5B31A2F8-731F-3142-9250-68B25B08921B}" srcOrd="0" destOrd="1" presId="urn:microsoft.com/office/officeart/2005/8/layout/hierarchy1"/>
    <dgm:cxn modelId="{6A6A3469-672A-497C-8521-77FC7234D8E7}" type="presParOf" srcId="{5B31A2F8-731F-3142-9250-68B25B08921B}" destId="{D69C27FE-178C-0B44-8F16-561617AC1399}" srcOrd="0" destOrd="0" presId="urn:microsoft.com/office/officeart/2005/8/layout/hierarchy1"/>
    <dgm:cxn modelId="{E2A460B6-805D-4ADF-A8D3-0D44129BF646}" type="presParOf" srcId="{5B31A2F8-731F-3142-9250-68B25B08921B}" destId="{D868DAD2-E310-8F43-A407-6333AC65E4ED}" srcOrd="1" destOrd="0" presId="urn:microsoft.com/office/officeart/2005/8/layout/hierarchy1"/>
    <dgm:cxn modelId="{8F1980FE-C08A-4FF6-B13D-6730609C92B6}" type="presOf" srcId="{8A7E9A38-0069-E54C-9C7F-E9C55CA7C411}" destId="{D868DAD2-E310-8F43-A407-6333AC65E4ED}" srcOrd="0" destOrd="0" presId="urn:microsoft.com/office/officeart/2005/8/layout/hierarchy1"/>
    <dgm:cxn modelId="{F1447307-A92B-4CB3-B250-53FC20A546B8}" type="presParOf" srcId="{96F9D759-329B-8447-ACE3-1D1908AF39CA}" destId="{E43D8B10-5787-D14E-B9FA-E7D8EE6FDE4F}" srcOrd="1" destOrd="1" presId="urn:microsoft.com/office/officeart/2005/8/layout/hierarchy1"/>
    <dgm:cxn modelId="{14EF782B-4A50-419A-B645-11F2F0FB793D}" type="presParOf" srcId="{E43D8B10-5787-D14E-B9FA-E7D8EE6FDE4F}" destId="{5F7EDAEE-AFB2-1145-9746-5AE19E9F92D3}" srcOrd="0" destOrd="1" presId="urn:microsoft.com/office/officeart/2005/8/layout/hierarchy1"/>
    <dgm:cxn modelId="{780638C3-E2B3-4A48-8932-764FF4C622EA}" type="presOf" srcId="{CDA5780B-21C9-BC4E-83B6-3CDECF37478F}" destId="{5F7EDAEE-AFB2-1145-9746-5AE19E9F92D3}" srcOrd="0" destOrd="0" presId="urn:microsoft.com/office/officeart/2005/8/layout/hierarchy1"/>
    <dgm:cxn modelId="{C9C5DAB8-3FA6-48F7-A941-724BEC710125}" type="presParOf" srcId="{E43D8B10-5787-D14E-B9FA-E7D8EE6FDE4F}" destId="{F0EA369D-6E0F-574B-A3F0-572551C74A3F}" srcOrd="1" destOrd="1" presId="urn:microsoft.com/office/officeart/2005/8/layout/hierarchy1"/>
    <dgm:cxn modelId="{05CF84DF-F241-4CA4-B6F6-42B3EA394F59}" type="presParOf" srcId="{F0EA369D-6E0F-574B-A3F0-572551C74A3F}" destId="{C25B6143-95B1-264C-97D6-00D6662E4060}" srcOrd="0" destOrd="1" presId="urn:microsoft.com/office/officeart/2005/8/layout/hierarchy1"/>
    <dgm:cxn modelId="{5203E47C-0627-4FFF-BDEC-85B131875A65}" type="presParOf" srcId="{C25B6143-95B1-264C-97D6-00D6662E4060}" destId="{27CAD266-EAE3-2A42-904D-42C85764CE0C}" srcOrd="0" destOrd="0" presId="urn:microsoft.com/office/officeart/2005/8/layout/hierarchy1"/>
    <dgm:cxn modelId="{264827BD-C392-4BBB-8AD9-963EA0942EAB}" type="presParOf" srcId="{C25B6143-95B1-264C-97D6-00D6662E4060}" destId="{3FFFB191-7A5B-F648-9ADA-E2E297B6B27E}" srcOrd="1" destOrd="0" presId="urn:microsoft.com/office/officeart/2005/8/layout/hierarchy1"/>
    <dgm:cxn modelId="{54D20178-6D1E-473F-8888-BBE4B9E500B0}" type="presOf" srcId="{5ED8EFDF-8956-064A-9DFB-DCCA28CF5849}" destId="{3FFFB191-7A5B-F648-9ADA-E2E297B6B27E}" srcOrd="0" destOrd="0" presId="urn:microsoft.com/office/officeart/2005/8/layout/hierarchy1"/>
    <dgm:cxn modelId="{31D464FF-ABF2-40C4-932A-44BF4CCDBB7A}" type="presParOf" srcId="{F0EA369D-6E0F-574B-A3F0-572551C74A3F}" destId="{D8EBBF63-6A1E-BF47-8620-76A6ADA637B3}" srcOrd="1" destOrd="1" presId="urn:microsoft.com/office/officeart/2005/8/layout/hierarchy1"/>
    <dgm:cxn modelId="{67252D0D-9B5A-40BC-8DFB-4A2096CC5AFF}" type="presParOf" srcId="{D8EBBF63-6A1E-BF47-8620-76A6ADA637B3}" destId="{059FE831-3934-AA4C-81D9-A1165D6BA533}" srcOrd="0" destOrd="1" presId="urn:microsoft.com/office/officeart/2005/8/layout/hierarchy1"/>
    <dgm:cxn modelId="{4B785921-A65F-42E6-859D-6F90B4FF4A94}" type="presOf" srcId="{2C280079-523E-834B-ACAF-1472D33814CB}" destId="{059FE831-3934-AA4C-81D9-A1165D6BA533}" srcOrd="0" destOrd="0" presId="urn:microsoft.com/office/officeart/2005/8/layout/hierarchy1"/>
    <dgm:cxn modelId="{305A68A9-3678-4562-AB6C-F96C32291A26}" type="presParOf" srcId="{D8EBBF63-6A1E-BF47-8620-76A6ADA637B3}" destId="{E277D6FD-6DCB-5543-93AA-93EA8001A69C}" srcOrd="1" destOrd="1" presId="urn:microsoft.com/office/officeart/2005/8/layout/hierarchy1"/>
    <dgm:cxn modelId="{F27DECAD-CF0A-4420-9602-BD3B5CEA6EC2}" type="presParOf" srcId="{E277D6FD-6DCB-5543-93AA-93EA8001A69C}" destId="{5D83A187-D480-4746-BCFA-6A3C92B5A341}" srcOrd="0" destOrd="1" presId="urn:microsoft.com/office/officeart/2005/8/layout/hierarchy1"/>
    <dgm:cxn modelId="{15920900-4972-4470-A64C-288D30C032F0}" type="presParOf" srcId="{5D83A187-D480-4746-BCFA-6A3C92B5A341}" destId="{B98F8870-53AF-2E47-8DC4-D3880E39DAC2}" srcOrd="0" destOrd="0" presId="urn:microsoft.com/office/officeart/2005/8/layout/hierarchy1"/>
    <dgm:cxn modelId="{D9D9F03D-C38D-4F02-B8BF-2A41D85ABBF9}" type="presParOf" srcId="{5D83A187-D480-4746-BCFA-6A3C92B5A341}" destId="{C600CFF6-A683-1446-81BA-585206CB3A42}" srcOrd="1" destOrd="0" presId="urn:microsoft.com/office/officeart/2005/8/layout/hierarchy1"/>
    <dgm:cxn modelId="{DDF77416-B74D-4E7D-AD07-7C2085B278BA}" type="presOf" srcId="{D333C4C1-0537-FB48-B774-A687ACA99157}" destId="{C600CFF6-A683-1446-81BA-585206CB3A42}" srcOrd="0" destOrd="0" presId="urn:microsoft.com/office/officeart/2005/8/layout/hierarchy1"/>
    <dgm:cxn modelId="{2CD918D7-12BF-46F0-A92F-7C8A7207416A}" type="presParOf" srcId="{E277D6FD-6DCB-5543-93AA-93EA8001A69C}" destId="{A8343A08-0A89-5743-BD27-4D119D91232D}" srcOrd="1" destOrd="1" presId="urn:microsoft.com/office/officeart/2005/8/layout/hierarchy1"/>
    <dgm:cxn modelId="{0734DBB7-0DB0-446D-A3AB-6171ABEE699A}" type="presParOf" srcId="{D8EBBF63-6A1E-BF47-8620-76A6ADA637B3}" destId="{A50E9863-A52D-9549-A655-6F56C7EA8276}" srcOrd="2" destOrd="1" presId="urn:microsoft.com/office/officeart/2005/8/layout/hierarchy1"/>
    <dgm:cxn modelId="{B5322B70-C26C-4D84-A8A3-00CB703CA982}" type="presOf" srcId="{13C05AA9-C29E-A441-BA1E-FA81DA491826}" destId="{A50E9863-A52D-9549-A655-6F56C7EA8276}" srcOrd="0" destOrd="0" presId="urn:microsoft.com/office/officeart/2005/8/layout/hierarchy1"/>
    <dgm:cxn modelId="{81CE0277-5A5F-4DFF-B79A-D4AA29A62AA3}" type="presParOf" srcId="{D8EBBF63-6A1E-BF47-8620-76A6ADA637B3}" destId="{014B64B1-862B-1F40-8525-ECD3E67D97D9}" srcOrd="3" destOrd="1" presId="urn:microsoft.com/office/officeart/2005/8/layout/hierarchy1"/>
    <dgm:cxn modelId="{6F7A9987-A0ED-4256-82FD-66F96D4547E1}" type="presParOf" srcId="{014B64B1-862B-1F40-8525-ECD3E67D97D9}" destId="{5A66841A-B8BE-E244-99D3-DB1E85E10C35}" srcOrd="0" destOrd="3" presId="urn:microsoft.com/office/officeart/2005/8/layout/hierarchy1"/>
    <dgm:cxn modelId="{D515FE5D-9FB0-4E1F-93F6-62048773C57A}" type="presParOf" srcId="{5A66841A-B8BE-E244-99D3-DB1E85E10C35}" destId="{C320C1A5-5933-7346-8BDE-9AEE18EED0D5}" srcOrd="0" destOrd="0" presId="urn:microsoft.com/office/officeart/2005/8/layout/hierarchy1"/>
    <dgm:cxn modelId="{044D805D-185B-4128-B022-E07C6B90B7D7}" type="presParOf" srcId="{5A66841A-B8BE-E244-99D3-DB1E85E10C35}" destId="{3F869B66-BEF4-EA49-A760-429C1E32A4A8}" srcOrd="1" destOrd="0" presId="urn:microsoft.com/office/officeart/2005/8/layout/hierarchy1"/>
    <dgm:cxn modelId="{AC629764-92CD-42AA-BBD4-4D14E40BF506}" type="presOf" srcId="{DE5678F3-E484-B34C-A03A-1F29B4C5702D}" destId="{3F869B66-BEF4-EA49-A760-429C1E32A4A8}" srcOrd="0" destOrd="0" presId="urn:microsoft.com/office/officeart/2005/8/layout/hierarchy1"/>
    <dgm:cxn modelId="{32D1E60A-35C4-4841-8B33-53CA6639FBAA}" type="presParOf" srcId="{014B64B1-862B-1F40-8525-ECD3E67D97D9}" destId="{D5983698-DEAC-0047-BC3F-2C489D8B80B9}" srcOrd="1" destOrd="3" presId="urn:microsoft.com/office/officeart/2005/8/layout/hierarchy1"/>
    <dgm:cxn modelId="{DFD4B709-A4F8-4441-A05C-39BEB1D88E3D}" type="presParOf" srcId="{D8EBBF63-6A1E-BF47-8620-76A6ADA637B3}" destId="{984D623A-B6C1-EF4D-B38B-A09708FA56E0}" srcOrd="4" destOrd="1" presId="urn:microsoft.com/office/officeart/2005/8/layout/hierarchy1"/>
    <dgm:cxn modelId="{21C39F46-B9E8-4B01-99CD-B444C102CE1C}" type="presOf" srcId="{72873E73-5BDD-2945-B603-202D1D221223}" destId="{984D623A-B6C1-EF4D-B38B-A09708FA56E0}" srcOrd="0" destOrd="0" presId="urn:microsoft.com/office/officeart/2005/8/layout/hierarchy1"/>
    <dgm:cxn modelId="{3EA215CE-9242-4B77-A766-F474533EA6D2}" type="presParOf" srcId="{D8EBBF63-6A1E-BF47-8620-76A6ADA637B3}" destId="{9308F059-D3CD-5944-8EA1-C9826AE7085F}" srcOrd="5" destOrd="1" presId="urn:microsoft.com/office/officeart/2005/8/layout/hierarchy1"/>
    <dgm:cxn modelId="{76563584-9F5D-4311-A18D-A0A5A10B6661}" type="presParOf" srcId="{9308F059-D3CD-5944-8EA1-C9826AE7085F}" destId="{FEF2D0AB-F9C7-9B40-AE96-35367F6DB3C5}" srcOrd="0" destOrd="5" presId="urn:microsoft.com/office/officeart/2005/8/layout/hierarchy1"/>
    <dgm:cxn modelId="{5EAD08D9-666C-47DC-81DC-CBA0543B2487}" type="presParOf" srcId="{FEF2D0AB-F9C7-9B40-AE96-35367F6DB3C5}" destId="{E8292A70-5998-2848-8036-0475A0D76C22}" srcOrd="0" destOrd="0" presId="urn:microsoft.com/office/officeart/2005/8/layout/hierarchy1"/>
    <dgm:cxn modelId="{77039826-C755-4E44-8210-6D296FD87DE9}" type="presParOf" srcId="{FEF2D0AB-F9C7-9B40-AE96-35367F6DB3C5}" destId="{7FF2E27C-78CE-5D43-AABB-62242276235A}" srcOrd="1" destOrd="0" presId="urn:microsoft.com/office/officeart/2005/8/layout/hierarchy1"/>
    <dgm:cxn modelId="{E9E6F1C8-12B7-46D6-BF6B-1493246A89F4}" type="presOf" srcId="{D34E1ADF-0E61-D948-AC0E-3AF3A48C9D61}" destId="{7FF2E27C-78CE-5D43-AABB-62242276235A}" srcOrd="0" destOrd="0" presId="urn:microsoft.com/office/officeart/2005/8/layout/hierarchy1"/>
    <dgm:cxn modelId="{43470D6F-66B6-4CC5-BF75-CD6696703EF8}" type="presParOf" srcId="{9308F059-D3CD-5944-8EA1-C9826AE7085F}" destId="{E22EE871-18D1-2840-991D-EB5118EE4EEB}" srcOrd="1" destOrd="5" presId="urn:microsoft.com/office/officeart/2005/8/layout/hierarchy1"/>
    <dgm:cxn modelId="{ACFE9950-DE8F-4AEE-90E5-80DF552EE81B}" type="presParOf" srcId="{E43D8B10-5787-D14E-B9FA-E7D8EE6FDE4F}" destId="{7A5A9C9D-5743-894D-9DC3-3B769CCB28E8}" srcOrd="2" destOrd="1" presId="urn:microsoft.com/office/officeart/2005/8/layout/hierarchy1"/>
    <dgm:cxn modelId="{698A8530-EC52-49EB-911F-874EBEB19F6B}" type="presOf" srcId="{E752A000-5711-0F4B-8B5D-326221EFD2A1}" destId="{7A5A9C9D-5743-894D-9DC3-3B769CCB28E8}" srcOrd="0" destOrd="0" presId="urn:microsoft.com/office/officeart/2005/8/layout/hierarchy1"/>
    <dgm:cxn modelId="{D9351893-B48F-4E63-9EDE-C6B249F9251E}" type="presParOf" srcId="{E43D8B10-5787-D14E-B9FA-E7D8EE6FDE4F}" destId="{635B408F-A789-4843-AF4F-742F5C478724}" srcOrd="3" destOrd="1" presId="urn:microsoft.com/office/officeart/2005/8/layout/hierarchy1"/>
    <dgm:cxn modelId="{1156A959-8FD5-4122-B826-2B9EA9DD318E}" type="presParOf" srcId="{635B408F-A789-4843-AF4F-742F5C478724}" destId="{5560BF9A-9B6F-1E47-822D-BE50ADE485DF}" srcOrd="0" destOrd="3" presId="urn:microsoft.com/office/officeart/2005/8/layout/hierarchy1"/>
    <dgm:cxn modelId="{2233FF68-AC71-431A-BAA5-883B8490726B}" type="presParOf" srcId="{5560BF9A-9B6F-1E47-822D-BE50ADE485DF}" destId="{B971B8B7-8197-DF40-94B7-D04DF948C93E}" srcOrd="0" destOrd="0" presId="urn:microsoft.com/office/officeart/2005/8/layout/hierarchy1"/>
    <dgm:cxn modelId="{B57EC66B-216C-43FF-B774-E1BA57019333}" type="presParOf" srcId="{5560BF9A-9B6F-1E47-822D-BE50ADE485DF}" destId="{400D3616-5140-9D4A-B0A6-0608E5978375}" srcOrd="1" destOrd="0" presId="urn:microsoft.com/office/officeart/2005/8/layout/hierarchy1"/>
    <dgm:cxn modelId="{D2EB5AE0-6C70-4BDA-BCE5-E30EA9D686DC}" type="presOf" srcId="{C0B1B4C2-CF26-6245-98C7-F52857ED528A}" destId="{400D3616-5140-9D4A-B0A6-0608E5978375}" srcOrd="0" destOrd="0" presId="urn:microsoft.com/office/officeart/2005/8/layout/hierarchy1"/>
    <dgm:cxn modelId="{41D8A6FD-F934-41E7-B46F-BD40E8A66EF2}" type="presParOf" srcId="{635B408F-A789-4843-AF4F-742F5C478724}" destId="{94012332-EC24-4549-BD39-17E2E2558455}" srcOrd="1" destOrd="3" presId="urn:microsoft.com/office/officeart/2005/8/layout/hierarchy1"/>
    <dgm:cxn modelId="{14B441D3-A941-4E04-BA1C-247BA4DB5F74}" type="presParOf" srcId="{158DD9B6-60BC-2441-9B3A-ABE4E09BA18B}" destId="{363CB994-25D6-3343-8FF2-3F44D7B39F3E}" srcOrd="2" destOrd="1" presId="urn:microsoft.com/office/officeart/2005/8/layout/hierarchy1"/>
    <dgm:cxn modelId="{B13175BC-6FCA-4855-869D-029CBEC07DD4}" type="presOf" srcId="{86FF38A3-C483-214F-985A-8D30B54EDF81}" destId="{363CB994-25D6-3343-8FF2-3F44D7B39F3E}" srcOrd="0" destOrd="0" presId="urn:microsoft.com/office/officeart/2005/8/layout/hierarchy1"/>
    <dgm:cxn modelId="{6D02906D-490C-468F-8FD2-507CF9742E2A}" type="presParOf" srcId="{158DD9B6-60BC-2441-9B3A-ABE4E09BA18B}" destId="{0517C462-0F20-474A-999F-2275B7CA1B26}" srcOrd="3" destOrd="1" presId="urn:microsoft.com/office/officeart/2005/8/layout/hierarchy1"/>
    <dgm:cxn modelId="{0D0BA85B-FBCD-4D23-9268-0ECFC1DB7445}" type="presParOf" srcId="{0517C462-0F20-474A-999F-2275B7CA1B26}" destId="{53C3B555-F63D-CE45-9843-C980835FEDF2}" srcOrd="0" destOrd="3" presId="urn:microsoft.com/office/officeart/2005/8/layout/hierarchy1"/>
    <dgm:cxn modelId="{F86B6D6B-62FD-4177-92D6-B75C5DDE3D6A}" type="presParOf" srcId="{53C3B555-F63D-CE45-9843-C980835FEDF2}" destId="{6D5BA4A2-8D20-0449-9E98-F0EF444A63FB}" srcOrd="0" destOrd="0" presId="urn:microsoft.com/office/officeart/2005/8/layout/hierarchy1"/>
    <dgm:cxn modelId="{333A2A02-6277-4498-9B7C-15B1A174A083}" type="presParOf" srcId="{53C3B555-F63D-CE45-9843-C980835FEDF2}" destId="{FBAACFE0-43C6-F245-ADA4-A9A35786F27A}" srcOrd="1" destOrd="0" presId="urn:microsoft.com/office/officeart/2005/8/layout/hierarchy1"/>
    <dgm:cxn modelId="{04083227-2001-4833-AFB7-20288560E0C1}" type="presOf" srcId="{7A85E6ED-B8E9-284E-8BEF-F3C0C778F5C0}" destId="{FBAACFE0-43C6-F245-ADA4-A9A35786F27A}" srcOrd="0" destOrd="0" presId="urn:microsoft.com/office/officeart/2005/8/layout/hierarchy1"/>
    <dgm:cxn modelId="{060373AA-3313-46BB-B79C-0BB49ACE8252}" type="presParOf" srcId="{0517C462-0F20-474A-999F-2275B7CA1B26}" destId="{7131125B-E55F-734E-8098-71DEBEEDCC5A}" srcOrd="1" destOrd="3" presId="urn:microsoft.com/office/officeart/2005/8/layout/hierarchy1"/>
    <dgm:cxn modelId="{CD193B22-DD73-4DA7-A852-B9732D61FAAE}" type="presParOf" srcId="{7131125B-E55F-734E-8098-71DEBEEDCC5A}" destId="{5408A212-47CD-4D46-8FAB-27B848FD240A}" srcOrd="0" destOrd="1" presId="urn:microsoft.com/office/officeart/2005/8/layout/hierarchy1"/>
    <dgm:cxn modelId="{090CFF24-8024-4CAA-8EFB-7CB81E2AB78E}" type="presOf" srcId="{233303ED-F262-ED4B-9232-A7532CC4AECE}" destId="{5408A212-47CD-4D46-8FAB-27B848FD240A}" srcOrd="0" destOrd="0" presId="urn:microsoft.com/office/officeart/2005/8/layout/hierarchy1"/>
    <dgm:cxn modelId="{6A5D0E84-779A-410F-85D7-28CACDE998E6}" type="presParOf" srcId="{7131125B-E55F-734E-8098-71DEBEEDCC5A}" destId="{6DA1E2AD-2C79-CF4A-BF8F-DDC4BC3E8328}" srcOrd="1" destOrd="1" presId="urn:microsoft.com/office/officeart/2005/8/layout/hierarchy1"/>
    <dgm:cxn modelId="{D0629EF2-AE1C-484E-B097-D2E389C034D4}" type="presParOf" srcId="{6DA1E2AD-2C79-CF4A-BF8F-DDC4BC3E8328}" destId="{B9EA2B61-DBD5-A141-BC4B-993F0F3A5C66}" srcOrd="0" destOrd="1" presId="urn:microsoft.com/office/officeart/2005/8/layout/hierarchy1"/>
    <dgm:cxn modelId="{23FA4189-27DE-4E0B-85D4-EA7743039DDA}" type="presParOf" srcId="{B9EA2B61-DBD5-A141-BC4B-993F0F3A5C66}" destId="{F7A0C49C-47A1-134D-818D-55E7FE493CB6}" srcOrd="0" destOrd="0" presId="urn:microsoft.com/office/officeart/2005/8/layout/hierarchy1"/>
    <dgm:cxn modelId="{FCE7A948-0303-4B0C-9AD8-C88F8F692008}" type="presParOf" srcId="{B9EA2B61-DBD5-A141-BC4B-993F0F3A5C66}" destId="{37EEB28E-EED4-3D42-B6E7-4F1F94EEB9B5}" srcOrd="1" destOrd="0" presId="urn:microsoft.com/office/officeart/2005/8/layout/hierarchy1"/>
    <dgm:cxn modelId="{C71B89C6-62E3-4A42-B7F2-ED36384F8D71}" type="presOf" srcId="{9D68368C-33AA-1644-80E4-398208A2C6F0}" destId="{37EEB28E-EED4-3D42-B6E7-4F1F94EEB9B5}" srcOrd="0" destOrd="0" presId="urn:microsoft.com/office/officeart/2005/8/layout/hierarchy1"/>
    <dgm:cxn modelId="{9359B8DC-E796-44CB-A351-CE223E8F1591}" type="presParOf" srcId="{6DA1E2AD-2C79-CF4A-BF8F-DDC4BC3E8328}" destId="{5495DD1B-8F92-3E46-8B7A-A4A0FD3EC739}" srcOrd="1" destOrd="1" presId="urn:microsoft.com/office/officeart/2005/8/layout/hierarchy1"/>
    <dgm:cxn modelId="{EAAEEEDE-6E19-4101-BD45-754A3057D81D}" type="presParOf" srcId="{5495DD1B-8F92-3E46-8B7A-A4A0FD3EC739}" destId="{337060B7-D3D4-F94E-B389-33AFD88D6377}" srcOrd="0" destOrd="1" presId="urn:microsoft.com/office/officeart/2005/8/layout/hierarchy1"/>
    <dgm:cxn modelId="{9C912227-B3EE-41B5-AD42-93571736F09E}" type="presOf" srcId="{3C4B69D1-D6CE-7142-B782-AC33E8916659}" destId="{337060B7-D3D4-F94E-B389-33AFD88D6377}" srcOrd="0" destOrd="0" presId="urn:microsoft.com/office/officeart/2005/8/layout/hierarchy1"/>
    <dgm:cxn modelId="{15B6F55C-D0AF-4131-84BA-E003FF18E914}" type="presParOf" srcId="{5495DD1B-8F92-3E46-8B7A-A4A0FD3EC739}" destId="{B2F0B8DB-094A-CE48-B70D-2EB4DA5FD022}" srcOrd="1" destOrd="1" presId="urn:microsoft.com/office/officeart/2005/8/layout/hierarchy1"/>
    <dgm:cxn modelId="{8B6B3685-49F3-46F3-BD94-905DCE3BE680}" type="presParOf" srcId="{B2F0B8DB-094A-CE48-B70D-2EB4DA5FD022}" destId="{BFAF98AD-2BE9-C045-9DC6-545127F0E7BF}" srcOrd="0" destOrd="1" presId="urn:microsoft.com/office/officeart/2005/8/layout/hierarchy1"/>
    <dgm:cxn modelId="{96089F8D-C068-41E6-B817-064C4628726E}" type="presParOf" srcId="{BFAF98AD-2BE9-C045-9DC6-545127F0E7BF}" destId="{2CCD2003-1084-6E45-A16F-8DD22C2F3363}" srcOrd="0" destOrd="0" presId="urn:microsoft.com/office/officeart/2005/8/layout/hierarchy1"/>
    <dgm:cxn modelId="{9B58B3D7-4EF4-4C82-B733-4B507DC51037}" type="presParOf" srcId="{BFAF98AD-2BE9-C045-9DC6-545127F0E7BF}" destId="{9870B9CA-F9A5-4E43-AED1-DF454225F6BE}" srcOrd="1" destOrd="0" presId="urn:microsoft.com/office/officeart/2005/8/layout/hierarchy1"/>
    <dgm:cxn modelId="{AA114CC0-F18E-45CC-B9D4-152B77D1726F}" type="presOf" srcId="{2E5B166C-9F1A-1A40-BE57-97EA2A4F71E6}" destId="{9870B9CA-F9A5-4E43-AED1-DF454225F6BE}" srcOrd="0" destOrd="0" presId="urn:microsoft.com/office/officeart/2005/8/layout/hierarchy1"/>
    <dgm:cxn modelId="{6B28725B-83BF-4718-9999-55C5FFC46120}" type="presParOf" srcId="{B2F0B8DB-094A-CE48-B70D-2EB4DA5FD022}" destId="{595335F3-78A3-4D46-9FAE-0177047895A2}" srcOrd="1" destOrd="1" presId="urn:microsoft.com/office/officeart/2005/8/layout/hierarchy1"/>
    <dgm:cxn modelId="{0A831ABB-58E5-4EE9-B59F-BADB2EEAB218}" type="presParOf" srcId="{5495DD1B-8F92-3E46-8B7A-A4A0FD3EC739}" destId="{F2409E12-FE7E-0B40-8ED9-46993E014F7D}" srcOrd="2" destOrd="1" presId="urn:microsoft.com/office/officeart/2005/8/layout/hierarchy1"/>
    <dgm:cxn modelId="{74E82F41-3284-4380-A3AB-E3CF3E80570C}" type="presOf" srcId="{6E9D28A9-0202-6B41-9DE6-9B3EADC17B28}" destId="{F2409E12-FE7E-0B40-8ED9-46993E014F7D}" srcOrd="0" destOrd="0" presId="urn:microsoft.com/office/officeart/2005/8/layout/hierarchy1"/>
    <dgm:cxn modelId="{5651EC57-070A-4892-9C5A-B3A15BE42A22}" type="presParOf" srcId="{5495DD1B-8F92-3E46-8B7A-A4A0FD3EC739}" destId="{5C727061-6ECD-0646-8CB9-1ECA039C7992}" srcOrd="3" destOrd="1" presId="urn:microsoft.com/office/officeart/2005/8/layout/hierarchy1"/>
    <dgm:cxn modelId="{DA88E879-664A-46DA-9BF1-79559D4F59F7}" type="presParOf" srcId="{5C727061-6ECD-0646-8CB9-1ECA039C7992}" destId="{E687696C-B94D-AB46-B894-EAC5BA9F2A3B}" srcOrd="0" destOrd="3" presId="urn:microsoft.com/office/officeart/2005/8/layout/hierarchy1"/>
    <dgm:cxn modelId="{55D6CD2B-D9BF-410D-BBB2-0F8F51A81384}" type="presParOf" srcId="{E687696C-B94D-AB46-B894-EAC5BA9F2A3B}" destId="{79156C9E-B7D6-044E-BDFF-0A9B633EEE56}" srcOrd="0" destOrd="0" presId="urn:microsoft.com/office/officeart/2005/8/layout/hierarchy1"/>
    <dgm:cxn modelId="{4E340944-182E-47FA-B18D-C8D996058098}" type="presParOf" srcId="{E687696C-B94D-AB46-B894-EAC5BA9F2A3B}" destId="{5735B7E3-EFC1-2649-A353-6DA6C57BE7F2}" srcOrd="1" destOrd="0" presId="urn:microsoft.com/office/officeart/2005/8/layout/hierarchy1"/>
    <dgm:cxn modelId="{2EF3A928-EF1B-43FA-A8CA-C47756C2FD16}" type="presOf" srcId="{168E6C2B-590B-9741-AD46-A772950FDC0B}" destId="{5735B7E3-EFC1-2649-A353-6DA6C57BE7F2}" srcOrd="0" destOrd="0" presId="urn:microsoft.com/office/officeart/2005/8/layout/hierarchy1"/>
    <dgm:cxn modelId="{E3B2A21A-E367-49AE-949E-00E2557A3683}" type="presParOf" srcId="{5C727061-6ECD-0646-8CB9-1ECA039C7992}" destId="{878E7CB4-370B-C24B-95F9-B0A6FDC29E0C}" srcOrd="1" destOrd="3" presId="urn:microsoft.com/office/officeart/2005/8/layout/hierarchy1"/>
    <dgm:cxn modelId="{217800A2-5110-4B7E-B6C3-E147203A6025}" type="presParOf" srcId="{5495DD1B-8F92-3E46-8B7A-A4A0FD3EC739}" destId="{F693BDAA-9A8E-FC45-932B-DEA151ED6822}" srcOrd="4" destOrd="1" presId="urn:microsoft.com/office/officeart/2005/8/layout/hierarchy1"/>
    <dgm:cxn modelId="{381E42B8-AB82-47A0-8982-00762540EDD2}" type="presOf" srcId="{D029E1B0-002C-1E4F-B8C4-E8D784F7075D}" destId="{F693BDAA-9A8E-FC45-932B-DEA151ED6822}" srcOrd="0" destOrd="0" presId="urn:microsoft.com/office/officeart/2005/8/layout/hierarchy1"/>
    <dgm:cxn modelId="{6338DAF2-C5C9-4BB8-9221-AAC24C99F6A0}" type="presParOf" srcId="{5495DD1B-8F92-3E46-8B7A-A4A0FD3EC739}" destId="{6650A149-B299-6E43-961A-E2FE500539D9}" srcOrd="5" destOrd="1" presId="urn:microsoft.com/office/officeart/2005/8/layout/hierarchy1"/>
    <dgm:cxn modelId="{E1560B7F-A2CD-47D3-9E7D-EE9A8CBCC7E1}" type="presParOf" srcId="{6650A149-B299-6E43-961A-E2FE500539D9}" destId="{213DB7BE-979D-2E4D-8A13-5430705A0393}" srcOrd="0" destOrd="5" presId="urn:microsoft.com/office/officeart/2005/8/layout/hierarchy1"/>
    <dgm:cxn modelId="{DD6B89FD-F141-42A4-80FF-7FE47C573AA5}" type="presParOf" srcId="{213DB7BE-979D-2E4D-8A13-5430705A0393}" destId="{C19139E1-A0BD-5B49-997C-3539729C0F4B}" srcOrd="0" destOrd="0" presId="urn:microsoft.com/office/officeart/2005/8/layout/hierarchy1"/>
    <dgm:cxn modelId="{A3F46660-76C9-454B-8997-0D765869D5C5}" type="presParOf" srcId="{213DB7BE-979D-2E4D-8A13-5430705A0393}" destId="{83C2F6A7-B8DB-EA4F-8B79-DB7C685DAB41}" srcOrd="1" destOrd="0" presId="urn:microsoft.com/office/officeart/2005/8/layout/hierarchy1"/>
    <dgm:cxn modelId="{CB83E880-95CD-4B9D-889B-314524609EF5}" type="presOf" srcId="{5F667AE8-046B-E44C-AE01-855B5A32DC04}" destId="{83C2F6A7-B8DB-EA4F-8B79-DB7C685DAB41}" srcOrd="0" destOrd="0" presId="urn:microsoft.com/office/officeart/2005/8/layout/hierarchy1"/>
    <dgm:cxn modelId="{39656079-3675-41C1-B474-C205E9EB252B}" type="presParOf" srcId="{6650A149-B299-6E43-961A-E2FE500539D9}" destId="{1A519290-889C-734F-BEF1-6FBA89657A64}" srcOrd="1" destOrd="5" presId="urn:microsoft.com/office/officeart/2005/8/layout/hierarchy1"/>
    <dgm:cxn modelId="{6FED0F15-1875-4921-996D-943F8E05B363}" type="presParOf" srcId="{5495DD1B-8F92-3E46-8B7A-A4A0FD3EC739}" destId="{8BBCA62D-46DF-DA41-A721-B30D64F12F51}" srcOrd="6" destOrd="1" presId="urn:microsoft.com/office/officeart/2005/8/layout/hierarchy1"/>
    <dgm:cxn modelId="{C69DE3A2-2C1F-45BB-90CF-99B9BA725EE1}" type="presOf" srcId="{B404269D-E280-B244-8985-C3EF359E4401}" destId="{8BBCA62D-46DF-DA41-A721-B30D64F12F51}" srcOrd="0" destOrd="0" presId="urn:microsoft.com/office/officeart/2005/8/layout/hierarchy1"/>
    <dgm:cxn modelId="{BB37592E-57A0-4FC4-9FA5-1D631BD985C4}" type="presParOf" srcId="{5495DD1B-8F92-3E46-8B7A-A4A0FD3EC739}" destId="{B9830C9A-D20E-564A-A78F-221D5A7BDEDF}" srcOrd="7" destOrd="1" presId="urn:microsoft.com/office/officeart/2005/8/layout/hierarchy1"/>
    <dgm:cxn modelId="{9870FAAE-448A-4A8F-A356-B6A15985EAB7}" type="presParOf" srcId="{B9830C9A-D20E-564A-A78F-221D5A7BDEDF}" destId="{A049ED82-7D17-4E4B-801C-7ED2DA9C02C1}" srcOrd="0" destOrd="7" presId="urn:microsoft.com/office/officeart/2005/8/layout/hierarchy1"/>
    <dgm:cxn modelId="{C81F9C87-6356-4D23-9358-5D67F2F303B5}" type="presParOf" srcId="{A049ED82-7D17-4E4B-801C-7ED2DA9C02C1}" destId="{7BC15EF3-0DDB-9343-A8E7-056233817092}" srcOrd="0" destOrd="0" presId="urn:microsoft.com/office/officeart/2005/8/layout/hierarchy1"/>
    <dgm:cxn modelId="{BE9C93E1-0F5C-4CF4-8FF2-9B792DF4F52F}" type="presParOf" srcId="{A049ED82-7D17-4E4B-801C-7ED2DA9C02C1}" destId="{83794B4D-0647-C949-BFC8-EF70C9EBF151}" srcOrd="1" destOrd="0" presId="urn:microsoft.com/office/officeart/2005/8/layout/hierarchy1"/>
    <dgm:cxn modelId="{FC8B3BF9-DB84-417F-AF50-C5A56B79BBD3}" type="presOf" srcId="{8914F4E6-8F5A-A647-9AC4-5F23D5F3067F}" destId="{83794B4D-0647-C949-BFC8-EF70C9EBF151}" srcOrd="0" destOrd="0" presId="urn:microsoft.com/office/officeart/2005/8/layout/hierarchy1"/>
    <dgm:cxn modelId="{65DB510E-66C2-4031-95C0-AC7AE8805589}" type="presParOf" srcId="{B9830C9A-D20E-564A-A78F-221D5A7BDEDF}" destId="{76898DF3-9D6D-1B4C-A727-8F00CFE2E6C5}" srcOrd="1" destOrd="7" presId="urn:microsoft.com/office/officeart/2005/8/layout/hierarchy1"/>
    <dgm:cxn modelId="{B2B7C1B6-F3A3-4BFC-BE61-DFB484A566EE}" type="presParOf" srcId="{158DD9B6-60BC-2441-9B3A-ABE4E09BA18B}" destId="{F231F884-6F5B-C848-BBFF-43A5940A956B}" srcOrd="4" destOrd="1" presId="urn:microsoft.com/office/officeart/2005/8/layout/hierarchy1"/>
    <dgm:cxn modelId="{7E87EA88-15E3-42B0-B8CE-CC6AFD41DB23}" type="presOf" srcId="{F16FF941-90DF-5F41-878C-0883EADCDDD3}" destId="{F231F884-6F5B-C848-BBFF-43A5940A956B}" srcOrd="0" destOrd="0" presId="urn:microsoft.com/office/officeart/2005/8/layout/hierarchy1"/>
    <dgm:cxn modelId="{2229FB52-D6EF-4CCD-8926-8B2E848957B3}" type="presParOf" srcId="{158DD9B6-60BC-2441-9B3A-ABE4E09BA18B}" destId="{FC86AE72-0A82-8C4B-A673-7708904C4EEF}" srcOrd="5" destOrd="1" presId="urn:microsoft.com/office/officeart/2005/8/layout/hierarchy1"/>
    <dgm:cxn modelId="{596AC941-40AC-4218-83CE-46FA4F476CA9}" type="presParOf" srcId="{FC86AE72-0A82-8C4B-A673-7708904C4EEF}" destId="{BC1B8EAF-2F18-E24D-BD86-0D90C97FA9EF}" srcOrd="0" destOrd="5" presId="urn:microsoft.com/office/officeart/2005/8/layout/hierarchy1"/>
    <dgm:cxn modelId="{96D45A8B-6E0D-435A-899F-AEF23A545EF6}" type="presParOf" srcId="{BC1B8EAF-2F18-E24D-BD86-0D90C97FA9EF}" destId="{5F730CFB-B1DC-214D-A699-48CA2DB8DCBA}" srcOrd="0" destOrd="0" presId="urn:microsoft.com/office/officeart/2005/8/layout/hierarchy1"/>
    <dgm:cxn modelId="{E0BEA753-C1C7-4415-AAEE-4A6E6860D3E7}" type="presParOf" srcId="{BC1B8EAF-2F18-E24D-BD86-0D90C97FA9EF}" destId="{704FCE75-65B4-4940-8049-21723A96BD6C}" srcOrd="1" destOrd="0" presId="urn:microsoft.com/office/officeart/2005/8/layout/hierarchy1"/>
    <dgm:cxn modelId="{A11A6085-07AB-470E-88F8-FFA46CE2C888}" type="presOf" srcId="{3E0002A5-03D5-114A-9781-6C090D0BE78D}" destId="{704FCE75-65B4-4940-8049-21723A96BD6C}" srcOrd="0" destOrd="0" presId="urn:microsoft.com/office/officeart/2005/8/layout/hierarchy1"/>
    <dgm:cxn modelId="{273C4FD8-78CA-46EC-946C-FA1B9E94761C}" type="presParOf" srcId="{FC86AE72-0A82-8C4B-A673-7708904C4EEF}" destId="{95DCBAF7-C96D-DD4C-8429-68EFDDF57072}" srcOrd="1" destOrd="5" presId="urn:microsoft.com/office/officeart/2005/8/layout/hierarchy1"/>
    <dgm:cxn modelId="{0F79F04A-15EC-4D9B-AF7D-F8611F3E5052}" type="presParOf" srcId="{95DCBAF7-C96D-DD4C-8429-68EFDDF57072}" destId="{CB170625-B302-E140-98D5-E17132BB5541}" srcOrd="0" destOrd="1" presId="urn:microsoft.com/office/officeart/2005/8/layout/hierarchy1"/>
    <dgm:cxn modelId="{C1FDB911-0A59-4DEE-AC5B-1C95D75797EF}" type="presOf" srcId="{3A23F63D-F775-FA45-9A86-1830CB0473EB}" destId="{CB170625-B302-E140-98D5-E17132BB5541}" srcOrd="0" destOrd="0" presId="urn:microsoft.com/office/officeart/2005/8/layout/hierarchy1"/>
    <dgm:cxn modelId="{D5B89E6A-0EE7-48CE-9D66-FC14CB3E697F}" type="presParOf" srcId="{95DCBAF7-C96D-DD4C-8429-68EFDDF57072}" destId="{E2BBE2FF-B979-4D4B-9A15-C7828622EFAA}" srcOrd="1" destOrd="1" presId="urn:microsoft.com/office/officeart/2005/8/layout/hierarchy1"/>
    <dgm:cxn modelId="{85B6CD69-59D3-4914-B268-80492D2592D4}" type="presParOf" srcId="{E2BBE2FF-B979-4D4B-9A15-C7828622EFAA}" destId="{2B818E21-30EF-4244-B79C-F797BB845B67}" srcOrd="0" destOrd="1" presId="urn:microsoft.com/office/officeart/2005/8/layout/hierarchy1"/>
    <dgm:cxn modelId="{0D805FEE-CF31-43F4-ACB8-322D05EA76D3}" type="presParOf" srcId="{2B818E21-30EF-4244-B79C-F797BB845B67}" destId="{2DCC3036-0B92-6C48-918D-7A4A72D3008D}" srcOrd="0" destOrd="0" presId="urn:microsoft.com/office/officeart/2005/8/layout/hierarchy1"/>
    <dgm:cxn modelId="{1862BB13-150E-49CB-93A4-757F0E2DC68E}" type="presParOf" srcId="{2B818E21-30EF-4244-B79C-F797BB845B67}" destId="{199134CF-3476-EF4E-BA54-83810A8EDF1A}" srcOrd="1" destOrd="0" presId="urn:microsoft.com/office/officeart/2005/8/layout/hierarchy1"/>
    <dgm:cxn modelId="{940BE950-C4B5-44ED-8A5F-5F081E56E865}" type="presOf" srcId="{D68BBA40-1F9F-C24D-BB19-710FF1013F30}" destId="{199134CF-3476-EF4E-BA54-83810A8EDF1A}" srcOrd="0" destOrd="0" presId="urn:microsoft.com/office/officeart/2005/8/layout/hierarchy1"/>
    <dgm:cxn modelId="{ED95C048-3D92-4B8B-BA19-48D71E5BFE9C}" type="presParOf" srcId="{E2BBE2FF-B979-4D4B-9A15-C7828622EFAA}" destId="{313DDD89-4E21-8248-B4D4-275E06983B01}" srcOrd="1" destOrd="1" presId="urn:microsoft.com/office/officeart/2005/8/layout/hierarchy1"/>
    <dgm:cxn modelId="{A2EAF97B-10B8-4F67-8857-0A4ABD6EF3C5}" type="presParOf" srcId="{158DD9B6-60BC-2441-9B3A-ABE4E09BA18B}" destId="{773E929D-AFE4-8B45-A0D1-0E6894D6C807}" srcOrd="6" destOrd="1" presId="urn:microsoft.com/office/officeart/2005/8/layout/hierarchy1"/>
    <dgm:cxn modelId="{2AE37FAA-8839-420B-BFF7-B0EF3021EEB0}" type="presOf" srcId="{DD0F50AC-AB00-A748-AF99-554195A7089E}" destId="{773E929D-AFE4-8B45-A0D1-0E6894D6C807}" srcOrd="0" destOrd="0" presId="urn:microsoft.com/office/officeart/2005/8/layout/hierarchy1"/>
    <dgm:cxn modelId="{E5AE6681-8298-4074-B724-5BD36330B0EC}" type="presParOf" srcId="{158DD9B6-60BC-2441-9B3A-ABE4E09BA18B}" destId="{45E85224-B6B6-1340-A27A-FD7BC23F97A6}" srcOrd="7" destOrd="1" presId="urn:microsoft.com/office/officeart/2005/8/layout/hierarchy1"/>
    <dgm:cxn modelId="{F4F78729-6A35-4439-944C-A0C2D107FD8C}" type="presParOf" srcId="{45E85224-B6B6-1340-A27A-FD7BC23F97A6}" destId="{123552EF-AD3C-C24F-868E-356B6CF3F7CF}" srcOrd="0" destOrd="7" presId="urn:microsoft.com/office/officeart/2005/8/layout/hierarchy1"/>
    <dgm:cxn modelId="{388E4F83-B4AA-40E6-B19F-97C3A656D565}" type="presParOf" srcId="{123552EF-AD3C-C24F-868E-356B6CF3F7CF}" destId="{E25B53CB-CF47-6D48-8760-6D5D8C409868}" srcOrd="0" destOrd="0" presId="urn:microsoft.com/office/officeart/2005/8/layout/hierarchy1"/>
    <dgm:cxn modelId="{E35F9DFF-230F-4878-8BB3-B24096FE239A}" type="presParOf" srcId="{123552EF-AD3C-C24F-868E-356B6CF3F7CF}" destId="{EB5EDA5E-C36B-0D4C-A1AC-CFD58A43DD61}" srcOrd="1" destOrd="0" presId="urn:microsoft.com/office/officeart/2005/8/layout/hierarchy1"/>
    <dgm:cxn modelId="{4D0DA600-DCAB-45C2-9429-B98E150AEDFD}" type="presOf" srcId="{9CF7D53B-F3DC-984D-B4E6-8F25C31E5C97}" destId="{EB5EDA5E-C36B-0D4C-A1AC-CFD58A43DD61}" srcOrd="0" destOrd="0" presId="urn:microsoft.com/office/officeart/2005/8/layout/hierarchy1"/>
    <dgm:cxn modelId="{D3B97B69-33AD-44F2-974A-8C7F59ECB239}" type="presParOf" srcId="{45E85224-B6B6-1340-A27A-FD7BC23F97A6}" destId="{D1A7D087-E9C3-9746-8FE6-7E4D4567C94A}" srcOrd="1" destOrd="7" presId="urn:microsoft.com/office/officeart/2005/8/layout/hierarchy1"/>
    <dgm:cxn modelId="{8FAF621F-62C3-46DB-9372-E5EC4D38D161}" type="presParOf" srcId="{D1A7D087-E9C3-9746-8FE6-7E4D4567C94A}" destId="{FF3C020C-B8AD-294E-B19A-558A93F87E04}" srcOrd="0" destOrd="1" presId="urn:microsoft.com/office/officeart/2005/8/layout/hierarchy1"/>
    <dgm:cxn modelId="{EB4551E6-23FA-4BD0-836A-FE37FF246EE6}" type="presOf" srcId="{F2E405BB-9D46-8742-BDA8-9A651FCAAE01}" destId="{FF3C020C-B8AD-294E-B19A-558A93F87E04}" srcOrd="0" destOrd="0" presId="urn:microsoft.com/office/officeart/2005/8/layout/hierarchy1"/>
    <dgm:cxn modelId="{9819B655-5A2B-423A-9ED2-C155E491F7C9}" type="presParOf" srcId="{D1A7D087-E9C3-9746-8FE6-7E4D4567C94A}" destId="{C4EDDCE0-30BF-7C43-B5D5-93B5E4673083}" srcOrd="1" destOrd="1" presId="urn:microsoft.com/office/officeart/2005/8/layout/hierarchy1"/>
    <dgm:cxn modelId="{D5D8DB71-881E-4C70-8C76-271AF6F33831}" type="presParOf" srcId="{C4EDDCE0-30BF-7C43-B5D5-93B5E4673083}" destId="{9085F740-C290-AB4C-BFB4-AC054C1CE9A3}" srcOrd="0" destOrd="1" presId="urn:microsoft.com/office/officeart/2005/8/layout/hierarchy1"/>
    <dgm:cxn modelId="{AFA11364-FECB-44FA-903C-04C6B2EDEDE1}" type="presParOf" srcId="{9085F740-C290-AB4C-BFB4-AC054C1CE9A3}" destId="{F661BCB1-6019-854E-AB11-069C96B73448}" srcOrd="0" destOrd="0" presId="urn:microsoft.com/office/officeart/2005/8/layout/hierarchy1"/>
    <dgm:cxn modelId="{8195E512-9E13-411F-B795-ADB29500F093}" type="presParOf" srcId="{9085F740-C290-AB4C-BFB4-AC054C1CE9A3}" destId="{C4D0961C-9DF5-F94A-882D-21B44E665106}" srcOrd="1" destOrd="0" presId="urn:microsoft.com/office/officeart/2005/8/layout/hierarchy1"/>
    <dgm:cxn modelId="{81E3CB4F-A28A-4FED-92F8-6B03130D4260}" type="presOf" srcId="{D1A8A6CA-0B6E-724A-87A8-FD6A0D5D7FA2}" destId="{C4D0961C-9DF5-F94A-882D-21B44E665106}" srcOrd="0" destOrd="0" presId="urn:microsoft.com/office/officeart/2005/8/layout/hierarchy1"/>
    <dgm:cxn modelId="{142AE925-7CDF-4059-8547-7E436E0F8291}" type="presParOf" srcId="{C4EDDCE0-30BF-7C43-B5D5-93B5E4673083}" destId="{34CB6D03-42F9-4E4D-9BE8-C5E96F55FD3C}" srcOrd="1" destOrd="1" presId="urn:microsoft.com/office/officeart/2005/8/layout/hierarchy1"/>
    <dgm:cxn modelId="{8B9C1C3A-ED5F-4CAE-B860-8EF5908E7A5D}" type="presParOf" srcId="{5C49ECAC-5568-E44A-857C-15EC9EF0E8A5}" destId="{7E10B0DA-187E-374C-A6AE-91CED635F384}" srcOrd="6" destOrd="1" presId="urn:microsoft.com/office/officeart/2005/8/layout/hierarchy1"/>
    <dgm:cxn modelId="{CA01E9DD-2A0B-4623-B080-1FA39D87BAE6}" type="presOf" srcId="{11A7F51E-264B-AE48-B5DB-DBB3BAC5164B}" destId="{7E10B0DA-187E-374C-A6AE-91CED635F384}" srcOrd="0" destOrd="0" presId="urn:microsoft.com/office/officeart/2005/8/layout/hierarchy1"/>
    <dgm:cxn modelId="{FD1414D4-3179-4B0E-9962-38D3F3B1775F}" type="presParOf" srcId="{5C49ECAC-5568-E44A-857C-15EC9EF0E8A5}" destId="{475CDCC4-99E6-AE40-993A-80ACB08444B9}" srcOrd="7" destOrd="1" presId="urn:microsoft.com/office/officeart/2005/8/layout/hierarchy1"/>
    <dgm:cxn modelId="{0EDDA761-F570-47FB-B4AD-2D4896346557}" type="presParOf" srcId="{475CDCC4-99E6-AE40-993A-80ACB08444B9}" destId="{80632959-F26E-0F42-B83D-0CD745A56344}" srcOrd="0" destOrd="7" presId="urn:microsoft.com/office/officeart/2005/8/layout/hierarchy1"/>
    <dgm:cxn modelId="{FC42128C-6239-4358-8F35-A104B77835D1}" type="presParOf" srcId="{80632959-F26E-0F42-B83D-0CD745A56344}" destId="{C6889B4A-A1C3-AE4F-B359-EDC34D071562}" srcOrd="0" destOrd="0" presId="urn:microsoft.com/office/officeart/2005/8/layout/hierarchy1"/>
    <dgm:cxn modelId="{9838C882-F8E7-4D98-AA6B-FADD1115883F}" type="presParOf" srcId="{80632959-F26E-0F42-B83D-0CD745A56344}" destId="{C7BFB9AC-490D-684C-AD05-725FCA559179}" srcOrd="1" destOrd="0" presId="urn:microsoft.com/office/officeart/2005/8/layout/hierarchy1"/>
    <dgm:cxn modelId="{4A348B2C-1B84-4CCF-80CF-B622057941C9}" type="presOf" srcId="{364C3A0C-E45B-3E48-9CE5-9EB4D5E291A3}" destId="{C7BFB9AC-490D-684C-AD05-725FCA559179}" srcOrd="0" destOrd="0" presId="urn:microsoft.com/office/officeart/2005/8/layout/hierarchy1"/>
    <dgm:cxn modelId="{A4069A41-C954-42DA-B842-35712FA822CD}" type="presParOf" srcId="{475CDCC4-99E6-AE40-993A-80ACB08444B9}" destId="{2F49A084-5E89-8544-B0F0-F8BF8ECA93ED}" srcOrd="1" destOrd="7" presId="urn:microsoft.com/office/officeart/2005/8/layout/hierarchy1"/>
    <dgm:cxn modelId="{9528F0B3-2519-4014-BADE-95C813DC6640}" type="presParOf" srcId="{2F49A084-5E89-8544-B0F0-F8BF8ECA93ED}" destId="{2E414492-F43C-AA49-B51E-0ED6D0144652}" srcOrd="0" destOrd="1" presId="urn:microsoft.com/office/officeart/2005/8/layout/hierarchy1"/>
    <dgm:cxn modelId="{FCE25FA9-A9B5-435D-8254-16696AA3D8D0}" type="presOf" srcId="{C048921F-4EB1-284C-AA0A-60D6AD5FBA44}" destId="{2E414492-F43C-AA49-B51E-0ED6D0144652}" srcOrd="0" destOrd="0" presId="urn:microsoft.com/office/officeart/2005/8/layout/hierarchy1"/>
    <dgm:cxn modelId="{3F77F6CA-EA13-4498-9F98-A8B8920D9023}" type="presParOf" srcId="{2F49A084-5E89-8544-B0F0-F8BF8ECA93ED}" destId="{5525D7C2-81E4-FF4B-8B4D-0E636E9F643E}" srcOrd="1" destOrd="1" presId="urn:microsoft.com/office/officeart/2005/8/layout/hierarchy1"/>
    <dgm:cxn modelId="{CECA0DA1-9311-42B2-93D9-E8D82C0C0BB6}" type="presParOf" srcId="{5525D7C2-81E4-FF4B-8B4D-0E636E9F643E}" destId="{4F3A0766-3C68-594C-B679-35737288BD93}" srcOrd="0" destOrd="1" presId="urn:microsoft.com/office/officeart/2005/8/layout/hierarchy1"/>
    <dgm:cxn modelId="{02310EE1-70CD-4458-9CC2-3595BE970CDD}" type="presParOf" srcId="{4F3A0766-3C68-594C-B679-35737288BD93}" destId="{1A666A08-3657-A346-BA52-88A9FB0BBAAD}" srcOrd="0" destOrd="0" presId="urn:microsoft.com/office/officeart/2005/8/layout/hierarchy1"/>
    <dgm:cxn modelId="{2962F9CE-C5D1-4C2C-9303-F494DFDDE15F}" type="presParOf" srcId="{4F3A0766-3C68-594C-B679-35737288BD93}" destId="{9667A29C-175F-3046-887F-2D268E592584}" srcOrd="1" destOrd="0" presId="urn:microsoft.com/office/officeart/2005/8/layout/hierarchy1"/>
    <dgm:cxn modelId="{77E7239E-0D92-4236-8EEC-14067682E7B2}" type="presOf" srcId="{089FD83E-6928-1E43-95D3-124D5441D173}" destId="{9667A29C-175F-3046-887F-2D268E592584}" srcOrd="0" destOrd="0" presId="urn:microsoft.com/office/officeart/2005/8/layout/hierarchy1"/>
    <dgm:cxn modelId="{29341A59-7D7D-483D-9510-1C5EDB98859F}" type="presParOf" srcId="{5525D7C2-81E4-FF4B-8B4D-0E636E9F643E}" destId="{45A4F0D0-5A7C-A742-8F1A-1BE1A94228D5}" srcOrd="1" destOrd="1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191365" cy="6756400"/>
        <a:chOff x="0" y="0"/>
        <a:chExt cx="12191365" cy="6756400"/>
      </a:xfrm>
    </dsp:grpSpPr>
    <dsp:sp modelId="{564C0382-73AB-AD40-BC20-ACDA75959C27}">
      <dsp:nvSpPr>
        <dsp:cNvPr id="5" name="Freeform 4"/>
        <dsp:cNvSpPr/>
      </dsp:nvSpPr>
      <dsp:spPr bwMode="white">
        <a:xfrm>
          <a:off x="953488" y="2113748"/>
          <a:ext cx="5191362" cy="263341"/>
        </a:xfrm>
        <a:custGeom>
          <a:avLst/>
          <a:gdLst/>
          <a:ahLst/>
          <a:cxnLst/>
          <a:pathLst>
            <a:path w="8175" h="415">
              <a:moveTo>
                <a:pt x="8175" y="0"/>
              </a:moveTo>
              <a:lnTo>
                <a:pt x="8175" y="174"/>
              </a:lnTo>
              <a:lnTo>
                <a:pt x="0" y="174"/>
              </a:lnTo>
              <a:lnTo>
                <a:pt x="0" y="415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953488" y="2113748"/>
        <a:ext cx="5191362" cy="263341"/>
      </dsp:txXfrm>
    </dsp:sp>
    <dsp:sp modelId="{C31C142D-CC01-1143-97E8-88E8F2B4524A}">
      <dsp:nvSpPr>
        <dsp:cNvPr id="8" name="Freeform 7"/>
        <dsp:cNvSpPr/>
      </dsp:nvSpPr>
      <dsp:spPr bwMode="white">
        <a:xfrm>
          <a:off x="345597" y="2613024"/>
          <a:ext cx="607891" cy="282174"/>
        </a:xfrm>
        <a:custGeom>
          <a:avLst/>
          <a:gdLst/>
          <a:ahLst/>
          <a:cxnLst/>
          <a:pathLst>
            <a:path w="957" h="444">
              <a:moveTo>
                <a:pt x="957" y="0"/>
              </a:moveTo>
              <a:lnTo>
                <a:pt x="957" y="204"/>
              </a:lnTo>
              <a:lnTo>
                <a:pt x="0" y="204"/>
              </a:lnTo>
              <a:lnTo>
                <a:pt x="0" y="44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45597" y="2613024"/>
        <a:ext cx="607891" cy="282174"/>
      </dsp:txXfrm>
    </dsp:sp>
    <dsp:sp modelId="{7D68BC0A-EDF7-E349-B498-3CBB7AA07288}">
      <dsp:nvSpPr>
        <dsp:cNvPr id="11" name="Freeform 10"/>
        <dsp:cNvSpPr/>
      </dsp:nvSpPr>
      <dsp:spPr bwMode="white">
        <a:xfrm>
          <a:off x="953488" y="2613024"/>
          <a:ext cx="379579" cy="281747"/>
        </a:xfrm>
        <a:custGeom>
          <a:avLst/>
          <a:gdLst/>
          <a:ahLst/>
          <a:cxnLst/>
          <a:pathLst>
            <a:path w="598" h="444">
              <a:moveTo>
                <a:pt x="0" y="0"/>
              </a:moveTo>
              <a:lnTo>
                <a:pt x="0" y="203"/>
              </a:lnTo>
              <a:lnTo>
                <a:pt x="598" y="203"/>
              </a:lnTo>
              <a:lnTo>
                <a:pt x="598" y="44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953488" y="2613024"/>
        <a:ext cx="379579" cy="281747"/>
      </dsp:txXfrm>
    </dsp:sp>
    <dsp:sp modelId="{CFFA7558-0139-FA4C-979C-AB56256C62DB}">
      <dsp:nvSpPr>
        <dsp:cNvPr id="14" name="Freeform 13"/>
        <dsp:cNvSpPr/>
      </dsp:nvSpPr>
      <dsp:spPr bwMode="white">
        <a:xfrm>
          <a:off x="3615279" y="2113748"/>
          <a:ext cx="2529571" cy="263216"/>
        </a:xfrm>
        <a:custGeom>
          <a:avLst/>
          <a:gdLst/>
          <a:ahLst/>
          <a:cxnLst/>
          <a:pathLst>
            <a:path w="3984" h="415">
              <a:moveTo>
                <a:pt x="3984" y="0"/>
              </a:moveTo>
              <a:lnTo>
                <a:pt x="3984" y="174"/>
              </a:lnTo>
              <a:lnTo>
                <a:pt x="0" y="174"/>
              </a:lnTo>
              <a:lnTo>
                <a:pt x="0" y="415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3615279" y="2113748"/>
        <a:ext cx="2529571" cy="263216"/>
      </dsp:txXfrm>
    </dsp:sp>
    <dsp:sp modelId="{174D4A2F-9BFD-8B4F-A3F7-0D2A7E4C3E7E}">
      <dsp:nvSpPr>
        <dsp:cNvPr id="17" name="Freeform 16"/>
        <dsp:cNvSpPr/>
      </dsp:nvSpPr>
      <dsp:spPr bwMode="white">
        <a:xfrm>
          <a:off x="2370144" y="2612899"/>
          <a:ext cx="1245134" cy="240456"/>
        </a:xfrm>
        <a:custGeom>
          <a:avLst/>
          <a:gdLst/>
          <a:ahLst/>
          <a:cxnLst/>
          <a:pathLst>
            <a:path w="1961" h="379">
              <a:moveTo>
                <a:pt x="1961" y="0"/>
              </a:moveTo>
              <a:lnTo>
                <a:pt x="1961" y="138"/>
              </a:lnTo>
              <a:lnTo>
                <a:pt x="0" y="138"/>
              </a:lnTo>
              <a:lnTo>
                <a:pt x="0" y="379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2370144" y="2612899"/>
        <a:ext cx="1245134" cy="240456"/>
      </dsp:txXfrm>
    </dsp:sp>
    <dsp:sp modelId="{A174D04D-B60D-7348-8B58-A47928E619EC}">
      <dsp:nvSpPr>
        <dsp:cNvPr id="20" name="Freeform 19"/>
        <dsp:cNvSpPr/>
      </dsp:nvSpPr>
      <dsp:spPr bwMode="white">
        <a:xfrm>
          <a:off x="3203514" y="2612899"/>
          <a:ext cx="411764" cy="240449"/>
        </a:xfrm>
        <a:custGeom>
          <a:avLst/>
          <a:gdLst/>
          <a:ahLst/>
          <a:cxnLst/>
          <a:pathLst>
            <a:path w="648" h="379">
              <a:moveTo>
                <a:pt x="648" y="0"/>
              </a:moveTo>
              <a:lnTo>
                <a:pt x="648" y="138"/>
              </a:lnTo>
              <a:lnTo>
                <a:pt x="0" y="138"/>
              </a:lnTo>
              <a:lnTo>
                <a:pt x="0" y="379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203514" y="2612899"/>
        <a:ext cx="411764" cy="240449"/>
      </dsp:txXfrm>
    </dsp:sp>
    <dsp:sp modelId="{E2CD4462-F0C6-4B43-9B77-3211BA022417}">
      <dsp:nvSpPr>
        <dsp:cNvPr id="23" name="Freeform 22"/>
        <dsp:cNvSpPr/>
      </dsp:nvSpPr>
      <dsp:spPr bwMode="white">
        <a:xfrm>
          <a:off x="3615279" y="2612899"/>
          <a:ext cx="625570" cy="218733"/>
        </a:xfrm>
        <a:custGeom>
          <a:avLst/>
          <a:gdLst/>
          <a:ahLst/>
          <a:cxnLst/>
          <a:pathLst>
            <a:path w="985" h="344">
              <a:moveTo>
                <a:pt x="0" y="0"/>
              </a:moveTo>
              <a:lnTo>
                <a:pt x="0" y="104"/>
              </a:lnTo>
              <a:lnTo>
                <a:pt x="985" y="104"/>
              </a:lnTo>
              <a:lnTo>
                <a:pt x="985" y="344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3615279" y="2612899"/>
        <a:ext cx="625570" cy="218733"/>
      </dsp:txXfrm>
    </dsp:sp>
    <dsp:sp modelId="{BAE9D8D9-F63B-0243-A497-F16166EB0CBB}">
      <dsp:nvSpPr>
        <dsp:cNvPr id="26" name="Freeform 25"/>
        <dsp:cNvSpPr/>
      </dsp:nvSpPr>
      <dsp:spPr bwMode="white">
        <a:xfrm>
          <a:off x="6144850" y="2113748"/>
          <a:ext cx="2446001" cy="278904"/>
        </a:xfrm>
        <a:custGeom>
          <a:avLst/>
          <a:gdLst/>
          <a:ahLst/>
          <a:cxnLst/>
          <a:pathLst>
            <a:path w="3852" h="439">
              <a:moveTo>
                <a:pt x="0" y="0"/>
              </a:moveTo>
              <a:lnTo>
                <a:pt x="0" y="198"/>
              </a:lnTo>
              <a:lnTo>
                <a:pt x="3852" y="198"/>
              </a:lnTo>
              <a:lnTo>
                <a:pt x="3852" y="439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6144850" y="2113748"/>
        <a:ext cx="2446001" cy="278904"/>
      </dsp:txXfrm>
    </dsp:sp>
    <dsp:sp modelId="{4C4AF905-DDF4-E241-A58B-D9F5E626544B}">
      <dsp:nvSpPr>
        <dsp:cNvPr id="29" name="Freeform 28"/>
        <dsp:cNvSpPr/>
      </dsp:nvSpPr>
      <dsp:spPr bwMode="white">
        <a:xfrm>
          <a:off x="6180809" y="2628586"/>
          <a:ext cx="2410042" cy="29512"/>
        </a:xfrm>
        <a:custGeom>
          <a:avLst/>
          <a:gdLst/>
          <a:ahLst/>
          <a:cxnLst/>
          <a:pathLst>
            <a:path w="3795" h="46">
              <a:moveTo>
                <a:pt x="3795" y="0"/>
              </a:moveTo>
              <a:lnTo>
                <a:pt x="3795" y="-194"/>
              </a:lnTo>
              <a:lnTo>
                <a:pt x="0" y="-194"/>
              </a:lnTo>
              <a:lnTo>
                <a:pt x="0" y="46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6180809" y="2628586"/>
        <a:ext cx="2410042" cy="29512"/>
      </dsp:txXfrm>
    </dsp:sp>
    <dsp:sp modelId="{5F7EDAEE-AFB2-1145-9746-5AE19E9F92D3}">
      <dsp:nvSpPr>
        <dsp:cNvPr id="32" name="Freeform 31"/>
        <dsp:cNvSpPr/>
      </dsp:nvSpPr>
      <dsp:spPr bwMode="white">
        <a:xfrm>
          <a:off x="5416451" y="2895138"/>
          <a:ext cx="764358" cy="297623"/>
        </a:xfrm>
        <a:custGeom>
          <a:avLst/>
          <a:gdLst/>
          <a:ahLst/>
          <a:cxnLst/>
          <a:pathLst>
            <a:path w="1204" h="469">
              <a:moveTo>
                <a:pt x="1204" y="0"/>
              </a:moveTo>
              <a:lnTo>
                <a:pt x="1204" y="228"/>
              </a:lnTo>
              <a:lnTo>
                <a:pt x="0" y="228"/>
              </a:lnTo>
              <a:lnTo>
                <a:pt x="0" y="469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5416451" y="2895138"/>
        <a:ext cx="764358" cy="297623"/>
      </dsp:txXfrm>
    </dsp:sp>
    <dsp:sp modelId="{059FE831-3934-AA4C-81D9-A1165D6BA533}">
      <dsp:nvSpPr>
        <dsp:cNvPr id="35" name="Freeform 34"/>
        <dsp:cNvSpPr/>
      </dsp:nvSpPr>
      <dsp:spPr bwMode="white">
        <a:xfrm>
          <a:off x="4032956" y="4293291"/>
          <a:ext cx="1383495" cy="1120584"/>
        </a:xfrm>
        <a:custGeom>
          <a:avLst/>
          <a:gdLst/>
          <a:ahLst/>
          <a:cxnLst/>
          <a:pathLst>
            <a:path w="2179" h="1765">
              <a:moveTo>
                <a:pt x="2179" y="0"/>
              </a:moveTo>
              <a:lnTo>
                <a:pt x="2179" y="1524"/>
              </a:lnTo>
              <a:lnTo>
                <a:pt x="0" y="1524"/>
              </a:lnTo>
              <a:lnTo>
                <a:pt x="0" y="1765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4032956" y="4293291"/>
        <a:ext cx="1383495" cy="1120584"/>
      </dsp:txXfrm>
    </dsp:sp>
    <dsp:sp modelId="{A50E9863-A52D-9549-A655-6F56C7EA8276}">
      <dsp:nvSpPr>
        <dsp:cNvPr id="38" name="Freeform 37"/>
        <dsp:cNvSpPr/>
      </dsp:nvSpPr>
      <dsp:spPr bwMode="white">
        <a:xfrm>
          <a:off x="5416451" y="4293291"/>
          <a:ext cx="262130" cy="1232846"/>
        </a:xfrm>
        <a:custGeom>
          <a:avLst/>
          <a:gdLst/>
          <a:ahLst/>
          <a:cxnLst/>
          <a:pathLst>
            <a:path w="413" h="1941">
              <a:moveTo>
                <a:pt x="0" y="0"/>
              </a:moveTo>
              <a:lnTo>
                <a:pt x="0" y="1701"/>
              </a:lnTo>
              <a:lnTo>
                <a:pt x="413" y="1701"/>
              </a:lnTo>
              <a:lnTo>
                <a:pt x="413" y="1941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5416451" y="4293291"/>
        <a:ext cx="262130" cy="1232846"/>
      </dsp:txXfrm>
    </dsp:sp>
    <dsp:sp modelId="{984D623A-B6C1-EF4D-B38B-A09708FA56E0}">
      <dsp:nvSpPr>
        <dsp:cNvPr id="41" name="Freeform 40"/>
        <dsp:cNvSpPr/>
      </dsp:nvSpPr>
      <dsp:spPr bwMode="white">
        <a:xfrm>
          <a:off x="5416451" y="4293291"/>
          <a:ext cx="1660049" cy="1280132"/>
        </a:xfrm>
        <a:custGeom>
          <a:avLst/>
          <a:gdLst/>
          <a:ahLst/>
          <a:cxnLst/>
          <a:pathLst>
            <a:path w="2614" h="2016">
              <a:moveTo>
                <a:pt x="0" y="0"/>
              </a:moveTo>
              <a:lnTo>
                <a:pt x="0" y="1775"/>
              </a:lnTo>
              <a:lnTo>
                <a:pt x="2614" y="1775"/>
              </a:lnTo>
              <a:lnTo>
                <a:pt x="2614" y="2016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5416451" y="4293291"/>
        <a:ext cx="1660049" cy="1280132"/>
      </dsp:txXfrm>
    </dsp:sp>
    <dsp:sp modelId="{7A5A9C9D-5743-894D-9DC3-3B769CCB28E8}">
      <dsp:nvSpPr>
        <dsp:cNvPr id="44" name="Freeform 43"/>
        <dsp:cNvSpPr/>
      </dsp:nvSpPr>
      <dsp:spPr bwMode="white">
        <a:xfrm>
          <a:off x="6180809" y="2895138"/>
          <a:ext cx="476661" cy="448771"/>
        </a:xfrm>
        <a:custGeom>
          <a:avLst/>
          <a:gdLst/>
          <a:ahLst/>
          <a:cxnLst/>
          <a:pathLst>
            <a:path w="751" h="707">
              <a:moveTo>
                <a:pt x="0" y="0"/>
              </a:moveTo>
              <a:lnTo>
                <a:pt x="0" y="466"/>
              </a:lnTo>
              <a:lnTo>
                <a:pt x="751" y="466"/>
              </a:lnTo>
              <a:lnTo>
                <a:pt x="751" y="707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6180809" y="2895138"/>
        <a:ext cx="476661" cy="448771"/>
      </dsp:txXfrm>
    </dsp:sp>
    <dsp:sp modelId="{363CB994-25D6-3343-8FF2-3F44D7B39F3E}">
      <dsp:nvSpPr>
        <dsp:cNvPr id="47" name="Freeform 46"/>
        <dsp:cNvSpPr/>
      </dsp:nvSpPr>
      <dsp:spPr bwMode="white">
        <a:xfrm>
          <a:off x="8282800" y="2628586"/>
          <a:ext cx="308051" cy="151487"/>
        </a:xfrm>
        <a:custGeom>
          <a:avLst/>
          <a:gdLst/>
          <a:ahLst/>
          <a:cxnLst/>
          <a:pathLst>
            <a:path w="485" h="239">
              <a:moveTo>
                <a:pt x="485" y="0"/>
              </a:moveTo>
              <a:lnTo>
                <a:pt x="485" y="-2"/>
              </a:lnTo>
              <a:lnTo>
                <a:pt x="0" y="-2"/>
              </a:lnTo>
              <a:lnTo>
                <a:pt x="0" y="239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8282800" y="2628586"/>
        <a:ext cx="308051" cy="151487"/>
      </dsp:txXfrm>
    </dsp:sp>
    <dsp:sp modelId="{5408A212-47CD-4D46-8FAB-27B848FD240A}">
      <dsp:nvSpPr>
        <dsp:cNvPr id="50" name="Freeform 49"/>
        <dsp:cNvSpPr/>
      </dsp:nvSpPr>
      <dsp:spPr bwMode="white">
        <a:xfrm>
          <a:off x="8282800" y="3016007"/>
          <a:ext cx="143749" cy="176723"/>
        </a:xfrm>
        <a:custGeom>
          <a:avLst/>
          <a:gdLst/>
          <a:ahLst/>
          <a:cxnLst/>
          <a:pathLst>
            <a:path w="226" h="278">
              <a:moveTo>
                <a:pt x="0" y="0"/>
              </a:moveTo>
              <a:lnTo>
                <a:pt x="0" y="38"/>
              </a:lnTo>
              <a:lnTo>
                <a:pt x="226" y="38"/>
              </a:lnTo>
              <a:lnTo>
                <a:pt x="226" y="278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282800" y="3016007"/>
        <a:ext cx="143749" cy="176723"/>
      </dsp:txXfrm>
    </dsp:sp>
    <dsp:sp modelId="{337060B7-D3D4-F94E-B389-33AFD88D6377}">
      <dsp:nvSpPr>
        <dsp:cNvPr id="53" name="Freeform 52"/>
        <dsp:cNvSpPr/>
      </dsp:nvSpPr>
      <dsp:spPr bwMode="white">
        <a:xfrm>
          <a:off x="8426548" y="4340318"/>
          <a:ext cx="247601" cy="464775"/>
        </a:xfrm>
        <a:custGeom>
          <a:avLst/>
          <a:gdLst/>
          <a:ahLst/>
          <a:cxnLst/>
          <a:pathLst>
            <a:path w="390" h="732">
              <a:moveTo>
                <a:pt x="0" y="0"/>
              </a:moveTo>
              <a:lnTo>
                <a:pt x="0" y="491"/>
              </a:lnTo>
              <a:lnTo>
                <a:pt x="390" y="491"/>
              </a:lnTo>
              <a:lnTo>
                <a:pt x="390" y="732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426548" y="4340318"/>
        <a:ext cx="247601" cy="464775"/>
      </dsp:txXfrm>
    </dsp:sp>
    <dsp:sp modelId="{F2409E12-FE7E-0B40-8ED9-46993E014F7D}">
      <dsp:nvSpPr>
        <dsp:cNvPr id="56" name="Freeform 55"/>
        <dsp:cNvSpPr/>
      </dsp:nvSpPr>
      <dsp:spPr bwMode="white">
        <a:xfrm>
          <a:off x="8426548" y="4340318"/>
          <a:ext cx="1069871" cy="468321"/>
        </a:xfrm>
        <a:custGeom>
          <a:avLst/>
          <a:gdLst/>
          <a:ahLst/>
          <a:cxnLst/>
          <a:pathLst>
            <a:path w="1685" h="738">
              <a:moveTo>
                <a:pt x="0" y="0"/>
              </a:moveTo>
              <a:lnTo>
                <a:pt x="0" y="497"/>
              </a:lnTo>
              <a:lnTo>
                <a:pt x="1685" y="497"/>
              </a:lnTo>
              <a:lnTo>
                <a:pt x="1685" y="738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426548" y="4340318"/>
        <a:ext cx="1069871" cy="468321"/>
      </dsp:txXfrm>
    </dsp:sp>
    <dsp:sp modelId="{F693BDAA-9A8E-FC45-932B-DEA151ED6822}">
      <dsp:nvSpPr>
        <dsp:cNvPr id="59" name="Freeform 58"/>
        <dsp:cNvSpPr/>
      </dsp:nvSpPr>
      <dsp:spPr bwMode="white">
        <a:xfrm>
          <a:off x="8426548" y="4340318"/>
          <a:ext cx="1985483" cy="496194"/>
        </a:xfrm>
        <a:custGeom>
          <a:avLst/>
          <a:gdLst/>
          <a:ahLst/>
          <a:cxnLst/>
          <a:pathLst>
            <a:path w="3127" h="781">
              <a:moveTo>
                <a:pt x="0" y="0"/>
              </a:moveTo>
              <a:lnTo>
                <a:pt x="0" y="541"/>
              </a:lnTo>
              <a:lnTo>
                <a:pt x="3127" y="541"/>
              </a:lnTo>
              <a:lnTo>
                <a:pt x="3127" y="781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426548" y="4340318"/>
        <a:ext cx="1985483" cy="496194"/>
      </dsp:txXfrm>
    </dsp:sp>
    <dsp:sp modelId="{8BBCA62D-46DF-DA41-A721-B30D64F12F51}">
      <dsp:nvSpPr>
        <dsp:cNvPr id="62" name="Freeform 61"/>
        <dsp:cNvSpPr/>
      </dsp:nvSpPr>
      <dsp:spPr bwMode="white">
        <a:xfrm>
          <a:off x="8426548" y="4340318"/>
          <a:ext cx="2820709" cy="402698"/>
        </a:xfrm>
        <a:custGeom>
          <a:avLst/>
          <a:gdLst/>
          <a:ahLst/>
          <a:cxnLst/>
          <a:pathLst>
            <a:path w="4442" h="634">
              <a:moveTo>
                <a:pt x="0" y="0"/>
              </a:moveTo>
              <a:lnTo>
                <a:pt x="0" y="393"/>
              </a:lnTo>
              <a:lnTo>
                <a:pt x="4442" y="393"/>
              </a:lnTo>
              <a:lnTo>
                <a:pt x="4442" y="634"/>
              </a:lnTo>
            </a:path>
          </a:pathLst>
        </a:custGeom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8426548" y="4340318"/>
        <a:ext cx="2820709" cy="402698"/>
      </dsp:txXfrm>
    </dsp:sp>
    <dsp:sp modelId="{F231F884-6F5B-C848-BBFF-43A5940A956B}">
      <dsp:nvSpPr>
        <dsp:cNvPr id="65" name="Freeform 64"/>
        <dsp:cNvSpPr/>
      </dsp:nvSpPr>
      <dsp:spPr bwMode="white">
        <a:xfrm>
          <a:off x="8590851" y="2628586"/>
          <a:ext cx="1119402" cy="168583"/>
        </a:xfrm>
        <a:custGeom>
          <a:avLst/>
          <a:gdLst/>
          <a:ahLst/>
          <a:cxnLst/>
          <a:pathLst>
            <a:path w="1763" h="265">
              <a:moveTo>
                <a:pt x="0" y="0"/>
              </a:moveTo>
              <a:lnTo>
                <a:pt x="0" y="25"/>
              </a:lnTo>
              <a:lnTo>
                <a:pt x="1763" y="25"/>
              </a:lnTo>
              <a:lnTo>
                <a:pt x="1763" y="265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8590851" y="2628586"/>
        <a:ext cx="1119402" cy="168583"/>
      </dsp:txXfrm>
    </dsp:sp>
    <dsp:sp modelId="{CB170625-B302-E140-98D5-E17132BB5541}">
      <dsp:nvSpPr>
        <dsp:cNvPr id="68" name="Freeform 67"/>
        <dsp:cNvSpPr/>
      </dsp:nvSpPr>
      <dsp:spPr bwMode="white">
        <a:xfrm>
          <a:off x="9710253" y="3033102"/>
          <a:ext cx="134193" cy="141620"/>
        </a:xfrm>
        <a:custGeom>
          <a:avLst/>
          <a:gdLst/>
          <a:ahLst/>
          <a:cxnLst/>
          <a:pathLst>
            <a:path w="211" h="223">
              <a:moveTo>
                <a:pt x="0" y="0"/>
              </a:moveTo>
              <a:lnTo>
                <a:pt x="0" y="-18"/>
              </a:lnTo>
              <a:lnTo>
                <a:pt x="211" y="-18"/>
              </a:lnTo>
              <a:lnTo>
                <a:pt x="211" y="223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9710253" y="3033102"/>
        <a:ext cx="134193" cy="141620"/>
      </dsp:txXfrm>
    </dsp:sp>
    <dsp:sp modelId="{773E929D-AFE4-8B45-A0D1-0E6894D6C807}">
      <dsp:nvSpPr>
        <dsp:cNvPr id="71" name="Freeform 70"/>
        <dsp:cNvSpPr/>
      </dsp:nvSpPr>
      <dsp:spPr bwMode="white">
        <a:xfrm>
          <a:off x="8590851" y="2628586"/>
          <a:ext cx="2212405" cy="126976"/>
        </a:xfrm>
        <a:custGeom>
          <a:avLst/>
          <a:gdLst/>
          <a:ahLst/>
          <a:cxnLst/>
          <a:pathLst>
            <a:path w="3484" h="200">
              <a:moveTo>
                <a:pt x="0" y="0"/>
              </a:moveTo>
              <a:lnTo>
                <a:pt x="0" y="-41"/>
              </a:lnTo>
              <a:lnTo>
                <a:pt x="3484" y="-41"/>
              </a:lnTo>
              <a:lnTo>
                <a:pt x="3484" y="200"/>
              </a:lnTo>
            </a:path>
          </a:pathLst>
        </a:custGeom>
        <a:ln>
          <a:solidFill>
            <a:schemeClr val="accent6"/>
          </a:solidFill>
        </a:ln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8590851" y="2628586"/>
        <a:ext cx="2212405" cy="126976"/>
      </dsp:txXfrm>
    </dsp:sp>
    <dsp:sp modelId="{FF3C020C-B8AD-294E-B19A-558A93F87E04}">
      <dsp:nvSpPr>
        <dsp:cNvPr id="74" name="Freeform 73"/>
        <dsp:cNvSpPr/>
      </dsp:nvSpPr>
      <dsp:spPr bwMode="white">
        <a:xfrm>
          <a:off x="10803256" y="2991496"/>
          <a:ext cx="42498" cy="128264"/>
        </a:xfrm>
        <a:custGeom>
          <a:avLst/>
          <a:gdLst/>
          <a:ahLst/>
          <a:cxnLst/>
          <a:pathLst>
            <a:path w="67" h="202">
              <a:moveTo>
                <a:pt x="0" y="0"/>
              </a:moveTo>
              <a:lnTo>
                <a:pt x="0" y="-39"/>
              </a:lnTo>
              <a:lnTo>
                <a:pt x="67" y="-39"/>
              </a:lnTo>
              <a:lnTo>
                <a:pt x="67" y="202"/>
              </a:lnTo>
            </a:path>
          </a:pathLst>
        </a:custGeom>
        <a:ln>
          <a:solidFill>
            <a:schemeClr val="accent5"/>
          </a:solidFill>
        </a:ln>
      </dsp:spPr>
      <dsp:style>
        <a:lnRef idx="2">
          <a:schemeClr val="accent6"/>
        </a:lnRef>
        <a:fillRef idx="0">
          <a:schemeClr val="accent6">
            <a:tint val="50000"/>
          </a:schemeClr>
        </a:fillRef>
        <a:effectRef idx="0">
          <a:scrgbClr r="0" g="0" b="0"/>
        </a:effectRef>
        <a:fontRef idx="minor"/>
      </dsp:style>
      <dsp:txXfrm>
        <a:off x="10803256" y="2991496"/>
        <a:ext cx="42498" cy="128264"/>
      </dsp:txXfrm>
    </dsp:sp>
    <dsp:sp modelId="{7E10B0DA-187E-374C-A6AE-91CED635F384}">
      <dsp:nvSpPr>
        <dsp:cNvPr id="77" name="Freeform 76"/>
        <dsp:cNvSpPr/>
      </dsp:nvSpPr>
      <dsp:spPr bwMode="white">
        <a:xfrm>
          <a:off x="6144850" y="2113748"/>
          <a:ext cx="5653845" cy="262862"/>
        </a:xfrm>
        <a:custGeom>
          <a:avLst/>
          <a:gdLst/>
          <a:ahLst/>
          <a:cxnLst/>
          <a:pathLst>
            <a:path w="8904" h="414">
              <a:moveTo>
                <a:pt x="0" y="0"/>
              </a:moveTo>
              <a:lnTo>
                <a:pt x="0" y="173"/>
              </a:lnTo>
              <a:lnTo>
                <a:pt x="8904" y="173"/>
              </a:lnTo>
              <a:lnTo>
                <a:pt x="8904" y="41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6144850" y="2113748"/>
        <a:ext cx="5653845" cy="262862"/>
      </dsp:txXfrm>
    </dsp:sp>
    <dsp:sp modelId="{2E414492-F43C-AA49-B51E-0ED6D0144652}">
      <dsp:nvSpPr>
        <dsp:cNvPr id="80" name="Freeform 79"/>
        <dsp:cNvSpPr/>
      </dsp:nvSpPr>
      <dsp:spPr bwMode="white">
        <a:xfrm>
          <a:off x="11798694" y="2612545"/>
          <a:ext cx="31102" cy="267173"/>
        </a:xfrm>
        <a:custGeom>
          <a:avLst/>
          <a:gdLst/>
          <a:ahLst/>
          <a:cxnLst/>
          <a:pathLst>
            <a:path w="49" h="421">
              <a:moveTo>
                <a:pt x="0" y="0"/>
              </a:moveTo>
              <a:lnTo>
                <a:pt x="0" y="180"/>
              </a:lnTo>
              <a:lnTo>
                <a:pt x="49" y="180"/>
              </a:lnTo>
              <a:lnTo>
                <a:pt x="49" y="421"/>
              </a:lnTo>
            </a:path>
          </a:pathLst>
        </a:custGeom>
      </dsp:spPr>
      <dsp:style>
        <a:lnRef idx="2">
          <a:schemeClr val="accent5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Xfrm>
        <a:off x="11798694" y="2612545"/>
        <a:ext cx="31102" cy="267173"/>
      </dsp:txXfrm>
    </dsp:sp>
    <dsp:sp modelId="{93EB40CF-C469-C042-9AAC-9E65599A2A8E}">
      <dsp:nvSpPr>
        <dsp:cNvPr id="3" name="Rounded Rectangle 2"/>
        <dsp:cNvSpPr/>
      </dsp:nvSpPr>
      <dsp:spPr bwMode="white">
        <a:xfrm>
          <a:off x="4636923" y="1081563"/>
          <a:ext cx="3015853" cy="103218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4636923" y="1081563"/>
        <a:ext cx="3015853" cy="1032185"/>
      </dsp:txXfrm>
    </dsp:sp>
    <dsp:sp modelId="{265B3781-273D-0148-87CB-FBE8B43D31EF}">
      <dsp:nvSpPr>
        <dsp:cNvPr id="4" name="Rounded Rectangle 3"/>
        <dsp:cNvSpPr/>
      </dsp:nvSpPr>
      <dsp:spPr bwMode="white">
        <a:xfrm>
          <a:off x="4678206" y="1120782"/>
          <a:ext cx="3015853" cy="1032185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dirty="0">
              <a:solidFill>
                <a:schemeClr val="dk1"/>
              </a:solidFill>
              <a:sym typeface="+mn-ea"/>
            </a:rPr>
            <a:t>Create a “</a:t>
          </a:r>
          <a:r>
            <a:rPr lang="en-US" sz="1800" b="1" dirty="0">
              <a:solidFill>
                <a:schemeClr val="dk1"/>
              </a:solidFill>
              <a:sym typeface="+mn-ea"/>
            </a:rPr>
            <a:t>Enterprise AI-Powered SDLC Assistant” as per industry best practices	</a:t>
          </a:r>
          <a:endParaRPr sz="6500">
            <a:solidFill>
              <a:schemeClr val="dk1"/>
            </a:solidFill>
          </a:endParaRPr>
        </a:p>
      </dsp:txBody>
      <dsp:txXfrm>
        <a:off x="4678206" y="1120782"/>
        <a:ext cx="3015853" cy="1032185"/>
      </dsp:txXfrm>
    </dsp:sp>
    <dsp:sp modelId="{98C76165-9034-1643-9104-9B92F7A95E7E}">
      <dsp:nvSpPr>
        <dsp:cNvPr id="6" name="Rounded Rectangle 5"/>
        <dsp:cNvSpPr/>
      </dsp:nvSpPr>
      <dsp:spPr bwMode="white">
        <a:xfrm>
          <a:off x="480522" y="2377090"/>
          <a:ext cx="945932" cy="23593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80522" y="2377090"/>
        <a:ext cx="945932" cy="235934"/>
      </dsp:txXfrm>
    </dsp:sp>
    <dsp:sp modelId="{F1BC48F8-BC78-354B-8D25-7D5CBB308992}">
      <dsp:nvSpPr>
        <dsp:cNvPr id="7" name="Rounded Rectangle 6"/>
        <dsp:cNvSpPr/>
      </dsp:nvSpPr>
      <dsp:spPr bwMode="white">
        <a:xfrm>
          <a:off x="521805" y="2416309"/>
          <a:ext cx="945932" cy="235934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INITIATION</a:t>
          </a:r>
          <a:endParaRPr>
            <a:solidFill>
              <a:schemeClr val="dk1"/>
            </a:solidFill>
          </a:endParaRPr>
        </a:p>
      </dsp:txBody>
      <dsp:txXfrm>
        <a:off x="521805" y="2416309"/>
        <a:ext cx="945932" cy="235934"/>
      </dsp:txXfrm>
    </dsp:sp>
    <dsp:sp modelId="{44BEB450-4BCD-F54F-A322-73AA595A8A41}">
      <dsp:nvSpPr>
        <dsp:cNvPr id="9" name="Rounded Rectangle 8"/>
        <dsp:cNvSpPr/>
      </dsp:nvSpPr>
      <dsp:spPr bwMode="white">
        <a:xfrm>
          <a:off x="24125" y="2895197"/>
          <a:ext cx="642944" cy="1229549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4125" y="2895197"/>
        <a:ext cx="642944" cy="1229549"/>
      </dsp:txXfrm>
    </dsp:sp>
    <dsp:sp modelId="{082858DA-3FBC-224B-94F4-A3E62BFB3CA0}">
      <dsp:nvSpPr>
        <dsp:cNvPr id="10" name="Rounded Rectangle 9"/>
        <dsp:cNvSpPr/>
      </dsp:nvSpPr>
      <dsp:spPr bwMode="white">
        <a:xfrm>
          <a:off x="65408" y="2934416"/>
          <a:ext cx="642944" cy="1229549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47650" tIns="247650" rIns="247650" bIns="24765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200" b="1">
            <a:solidFill>
              <a:schemeClr val="dk1"/>
            </a:solidFill>
          </a:endParaRPr>
        </a:p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200" b="1">
            <a:solidFill>
              <a:schemeClr val="dk1"/>
            </a:solidFill>
          </a:endParaRPr>
        </a:p>
      </dsp:txBody>
      <dsp:txXfrm>
        <a:off x="65408" y="2934416"/>
        <a:ext cx="642944" cy="1229549"/>
      </dsp:txXfrm>
    </dsp:sp>
    <dsp:sp modelId="{FEEC3C17-77DE-4445-9F57-EC26BC3F2F4C}">
      <dsp:nvSpPr>
        <dsp:cNvPr id="12" name="Rounded Rectangle 11"/>
        <dsp:cNvSpPr/>
      </dsp:nvSpPr>
      <dsp:spPr bwMode="white">
        <a:xfrm>
          <a:off x="931401" y="2894770"/>
          <a:ext cx="803331" cy="207557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31401" y="2894770"/>
        <a:ext cx="803331" cy="2075573"/>
      </dsp:txXfrm>
    </dsp:sp>
    <dsp:sp modelId="{8EEDF970-CC88-124A-A9E9-A1462E464C5C}">
      <dsp:nvSpPr>
        <dsp:cNvPr id="13" name="Rounded Rectangle 12"/>
        <dsp:cNvSpPr/>
      </dsp:nvSpPr>
      <dsp:spPr bwMode="white">
        <a:xfrm>
          <a:off x="972685" y="2933989"/>
          <a:ext cx="803331" cy="2075573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sz="6500">
            <a:solidFill>
              <a:schemeClr val="dk1"/>
            </a:solidFill>
          </a:endParaRPr>
        </a:p>
      </dsp:txBody>
      <dsp:txXfrm>
        <a:off x="972685" y="2933989"/>
        <a:ext cx="803331" cy="2075573"/>
      </dsp:txXfrm>
    </dsp:sp>
    <dsp:sp modelId="{10ED8AD8-C95D-7F46-8284-6BFFCB8023D0}">
      <dsp:nvSpPr>
        <dsp:cNvPr id="15" name="Rounded Rectangle 14"/>
        <dsp:cNvSpPr/>
      </dsp:nvSpPr>
      <dsp:spPr bwMode="white">
        <a:xfrm>
          <a:off x="3202626" y="2376965"/>
          <a:ext cx="825305" cy="23593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202626" y="2376965"/>
        <a:ext cx="825305" cy="235934"/>
      </dsp:txXfrm>
    </dsp:sp>
    <dsp:sp modelId="{CE004470-AE31-6542-BE4E-74C32357678F}">
      <dsp:nvSpPr>
        <dsp:cNvPr id="16" name="Rounded Rectangle 15"/>
        <dsp:cNvSpPr/>
      </dsp:nvSpPr>
      <dsp:spPr bwMode="white">
        <a:xfrm>
          <a:off x="3243910" y="2416184"/>
          <a:ext cx="825305" cy="235934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PLANNING</a:t>
          </a:r>
          <a:endParaRPr>
            <a:solidFill>
              <a:schemeClr val="dk1"/>
            </a:solidFill>
          </a:endParaRPr>
        </a:p>
      </dsp:txBody>
      <dsp:txXfrm>
        <a:off x="3243910" y="2416184"/>
        <a:ext cx="825305" cy="235934"/>
      </dsp:txXfrm>
    </dsp:sp>
    <dsp:sp modelId="{6E16703E-D480-984D-B802-173E140186A1}">
      <dsp:nvSpPr>
        <dsp:cNvPr id="18" name="Rounded Rectangle 17"/>
        <dsp:cNvSpPr/>
      </dsp:nvSpPr>
      <dsp:spPr bwMode="white">
        <a:xfrm>
          <a:off x="2100613" y="2853354"/>
          <a:ext cx="539063" cy="12040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100613" y="2853354"/>
        <a:ext cx="539063" cy="1204023"/>
      </dsp:txXfrm>
    </dsp:sp>
    <dsp:sp modelId="{1335637A-7683-4A41-B519-CE080C5D3C7D}">
      <dsp:nvSpPr>
        <dsp:cNvPr id="19" name="Rounded Rectangle 18"/>
        <dsp:cNvSpPr/>
      </dsp:nvSpPr>
      <dsp:spPr bwMode="white">
        <a:xfrm>
          <a:off x="2141896" y="2892573"/>
          <a:ext cx="539063" cy="1204023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sz="6500">
            <a:solidFill>
              <a:schemeClr val="dk1"/>
            </a:solidFill>
          </a:endParaRPr>
        </a:p>
      </dsp:txBody>
      <dsp:txXfrm>
        <a:off x="2141896" y="2892573"/>
        <a:ext cx="539063" cy="1204023"/>
      </dsp:txXfrm>
    </dsp:sp>
    <dsp:sp modelId="{9BB62355-7E98-FF48-B43F-443943F5FC67}">
      <dsp:nvSpPr>
        <dsp:cNvPr id="21" name="Rounded Rectangle 20"/>
        <dsp:cNvSpPr/>
      </dsp:nvSpPr>
      <dsp:spPr bwMode="white">
        <a:xfrm>
          <a:off x="2898335" y="2853347"/>
          <a:ext cx="610359" cy="158169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898335" y="2853347"/>
        <a:ext cx="610359" cy="1581692"/>
      </dsp:txXfrm>
    </dsp:sp>
    <dsp:sp modelId="{98149894-16C1-9849-9F1D-7F8F3F75A8FC}">
      <dsp:nvSpPr>
        <dsp:cNvPr id="22" name="Rounded Rectangle 21"/>
        <dsp:cNvSpPr/>
      </dsp:nvSpPr>
      <dsp:spPr bwMode="white">
        <a:xfrm>
          <a:off x="2939618" y="2892566"/>
          <a:ext cx="610359" cy="1581692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47650" tIns="247650" rIns="247650" bIns="247650" anchor="ctr"/>
        <a:lstStyle>
          <a:lvl1pPr algn="ctr">
            <a:defRPr sz="6500"/>
          </a:lvl1pPr>
          <a:lvl2pPr marL="285750" indent="-285750" algn="ctr">
            <a:defRPr sz="5100"/>
          </a:lvl2pPr>
          <a:lvl3pPr marL="571500" indent="-285750" algn="ctr">
            <a:defRPr sz="5100"/>
          </a:lvl3pPr>
          <a:lvl4pPr marL="857250" indent="-285750" algn="ctr">
            <a:defRPr sz="5100"/>
          </a:lvl4pPr>
          <a:lvl5pPr marL="1143000" indent="-285750" algn="ctr">
            <a:defRPr sz="5100"/>
          </a:lvl5pPr>
          <a:lvl6pPr marL="1428750" indent="-285750" algn="ctr">
            <a:defRPr sz="5100"/>
          </a:lvl6pPr>
          <a:lvl7pPr marL="1714500" indent="-285750" algn="ctr">
            <a:defRPr sz="5100"/>
          </a:lvl7pPr>
          <a:lvl8pPr marL="2000250" indent="-285750" algn="ctr">
            <a:defRPr sz="5100"/>
          </a:lvl8pPr>
          <a:lvl9pPr marL="2286000" indent="-285750" algn="ct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2939618" y="2892566"/>
        <a:ext cx="610359" cy="1581692"/>
      </dsp:txXfrm>
    </dsp:sp>
    <dsp:sp modelId="{06B3B77D-83B7-4F4F-A505-FD6E2141620B}">
      <dsp:nvSpPr>
        <dsp:cNvPr id="24" name="Rounded Rectangle 23"/>
        <dsp:cNvSpPr/>
      </dsp:nvSpPr>
      <dsp:spPr bwMode="white">
        <a:xfrm>
          <a:off x="3860664" y="2831632"/>
          <a:ext cx="760369" cy="19992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860664" y="2831632"/>
        <a:ext cx="760369" cy="1999220"/>
      </dsp:txXfrm>
    </dsp:sp>
    <dsp:sp modelId="{EACE96B3-4D7B-5841-A0E5-AF7D060742AB}">
      <dsp:nvSpPr>
        <dsp:cNvPr id="25" name="Rounded Rectangle 24"/>
        <dsp:cNvSpPr/>
      </dsp:nvSpPr>
      <dsp:spPr bwMode="white">
        <a:xfrm>
          <a:off x="3901947" y="2870851"/>
          <a:ext cx="760369" cy="1999220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247650" tIns="247650" rIns="247650" bIns="247650" anchor="ctr"/>
        <a:lstStyle>
          <a:lvl1pPr algn="ctr">
            <a:defRPr sz="6500"/>
          </a:lvl1pPr>
          <a:lvl2pPr marL="285750" indent="-285750" algn="ctr">
            <a:defRPr sz="5100"/>
          </a:lvl2pPr>
          <a:lvl3pPr marL="571500" indent="-285750" algn="ctr">
            <a:defRPr sz="5100"/>
          </a:lvl3pPr>
          <a:lvl4pPr marL="857250" indent="-285750" algn="ctr">
            <a:defRPr sz="5100"/>
          </a:lvl4pPr>
          <a:lvl5pPr marL="1143000" indent="-285750" algn="ctr">
            <a:defRPr sz="5100"/>
          </a:lvl5pPr>
          <a:lvl6pPr marL="1428750" indent="-285750" algn="ctr">
            <a:defRPr sz="5100"/>
          </a:lvl6pPr>
          <a:lvl7pPr marL="1714500" indent="-285750" algn="ctr">
            <a:defRPr sz="5100"/>
          </a:lvl7pPr>
          <a:lvl8pPr marL="2000250" indent="-285750" algn="ctr">
            <a:defRPr sz="5100"/>
          </a:lvl8pPr>
          <a:lvl9pPr marL="2286000" indent="-285750" algn="ctr">
            <a:defRPr sz="5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3901947" y="2870851"/>
        <a:ext cx="760369" cy="1999220"/>
      </dsp:txXfrm>
    </dsp:sp>
    <dsp:sp modelId="{B1AEAF6C-B8B1-1748-805C-DEA9F80466AD}">
      <dsp:nvSpPr>
        <dsp:cNvPr id="27" name="Rounded Rectangle 26"/>
        <dsp:cNvSpPr/>
      </dsp:nvSpPr>
      <dsp:spPr bwMode="white">
        <a:xfrm>
          <a:off x="8075785" y="2392652"/>
          <a:ext cx="1030132" cy="23593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075785" y="2392652"/>
        <a:ext cx="1030132" cy="235934"/>
      </dsp:txXfrm>
    </dsp:sp>
    <dsp:sp modelId="{C9D855B1-F204-3449-A0AB-C83C199BFD6B}">
      <dsp:nvSpPr>
        <dsp:cNvPr id="28" name="Rounded Rectangle 27"/>
        <dsp:cNvSpPr/>
      </dsp:nvSpPr>
      <dsp:spPr bwMode="white">
        <a:xfrm>
          <a:off x="8117068" y="2431871"/>
          <a:ext cx="1030132" cy="235934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EXECUTION &amp; MONITORING</a:t>
          </a:r>
          <a:endParaRPr>
            <a:solidFill>
              <a:schemeClr val="dk1"/>
            </a:solidFill>
          </a:endParaRPr>
        </a:p>
      </dsp:txBody>
      <dsp:txXfrm>
        <a:off x="8117068" y="2431871"/>
        <a:ext cx="1030132" cy="235934"/>
      </dsp:txXfrm>
    </dsp:sp>
    <dsp:sp modelId="{D69C27FE-178C-0B44-8F16-561617AC1399}">
      <dsp:nvSpPr>
        <dsp:cNvPr id="30" name="Rounded Rectangle 29"/>
        <dsp:cNvSpPr/>
      </dsp:nvSpPr>
      <dsp:spPr bwMode="white">
        <a:xfrm>
          <a:off x="5897499" y="2658098"/>
          <a:ext cx="566621" cy="237041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897499" y="2658098"/>
        <a:ext cx="566621" cy="237041"/>
      </dsp:txXfrm>
    </dsp:sp>
    <dsp:sp modelId="{D868DAD2-E310-8F43-A407-6333AC65E4ED}">
      <dsp:nvSpPr>
        <dsp:cNvPr id="31" name="Rounded Rectangle 30"/>
        <dsp:cNvSpPr/>
      </dsp:nvSpPr>
      <dsp:spPr bwMode="white">
        <a:xfrm>
          <a:off x="5938782" y="2697317"/>
          <a:ext cx="566621" cy="237041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Design</a:t>
          </a:r>
          <a:endParaRPr>
            <a:solidFill>
              <a:schemeClr val="dk1"/>
            </a:solidFill>
          </a:endParaRPr>
        </a:p>
      </dsp:txBody>
      <dsp:txXfrm>
        <a:off x="5938782" y="2697317"/>
        <a:ext cx="566621" cy="237041"/>
      </dsp:txXfrm>
    </dsp:sp>
    <dsp:sp modelId="{27CAD266-EAE3-2A42-904D-42C85764CE0C}">
      <dsp:nvSpPr>
        <dsp:cNvPr id="33" name="Rounded Rectangle 32"/>
        <dsp:cNvSpPr/>
      </dsp:nvSpPr>
      <dsp:spPr bwMode="white">
        <a:xfrm>
          <a:off x="4925742" y="3192761"/>
          <a:ext cx="981419" cy="1100531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925742" y="3192761"/>
        <a:ext cx="981419" cy="1100531"/>
      </dsp:txXfrm>
    </dsp:sp>
    <dsp:sp modelId="{3FFFB191-7A5B-F648-9ADA-E2E297B6B27E}">
      <dsp:nvSpPr>
        <dsp:cNvPr id="34" name="Rounded Rectangle 33"/>
        <dsp:cNvSpPr/>
      </dsp:nvSpPr>
      <dsp:spPr bwMode="white">
        <a:xfrm>
          <a:off x="4967025" y="3231980"/>
          <a:ext cx="981419" cy="1100531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71450" tIns="171450" rIns="171450" bIns="171450" anchor="ctr"/>
        <a:lstStyle>
          <a:lvl1pPr algn="ctr">
            <a:defRPr sz="4500"/>
          </a:lvl1pPr>
          <a:lvl2pPr marL="285750" indent="-285750" algn="ctr">
            <a:defRPr sz="3500"/>
          </a:lvl2pPr>
          <a:lvl3pPr marL="571500" indent="-285750" algn="ctr">
            <a:defRPr sz="3500"/>
          </a:lvl3pPr>
          <a:lvl4pPr marL="857250" indent="-285750" algn="ctr">
            <a:defRPr sz="3500"/>
          </a:lvl4pPr>
          <a:lvl5pPr marL="1143000" indent="-285750" algn="ctr">
            <a:defRPr sz="3500"/>
          </a:lvl5pPr>
          <a:lvl6pPr marL="1428750" indent="-285750" algn="ctr">
            <a:defRPr sz="3500"/>
          </a:lvl6pPr>
          <a:lvl7pPr marL="1714500" indent="-285750" algn="ctr">
            <a:defRPr sz="3500"/>
          </a:lvl7pPr>
          <a:lvl8pPr marL="2000250" indent="-285750" algn="ctr">
            <a:defRPr sz="3500"/>
          </a:lvl8pPr>
          <a:lvl9pPr marL="2286000" indent="-285750" algn="ctr">
            <a:defRPr sz="3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4967025" y="3231980"/>
        <a:ext cx="981419" cy="1100531"/>
      </dsp:txXfrm>
    </dsp:sp>
    <dsp:sp modelId="{B98F8870-53AF-2E47-8DC4-D3880E39DAC2}">
      <dsp:nvSpPr>
        <dsp:cNvPr id="36" name="Rounded Rectangle 35"/>
        <dsp:cNvSpPr/>
      </dsp:nvSpPr>
      <dsp:spPr bwMode="white">
        <a:xfrm>
          <a:off x="3567144" y="5413875"/>
          <a:ext cx="931623" cy="723265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3567144" y="5413875"/>
        <a:ext cx="931623" cy="723265"/>
      </dsp:txXfrm>
    </dsp:sp>
    <dsp:sp modelId="{C600CFF6-A683-1446-81BA-585206CB3A42}">
      <dsp:nvSpPr>
        <dsp:cNvPr id="37" name="Rounded Rectangle 36"/>
        <dsp:cNvSpPr/>
      </dsp:nvSpPr>
      <dsp:spPr bwMode="white">
        <a:xfrm>
          <a:off x="3608427" y="5453094"/>
          <a:ext cx="931623" cy="723265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10489" tIns="110489" rIns="110489" bIns="110489" anchor="ctr"/>
        <a:lstStyle>
          <a:lvl1pPr algn="ctr">
            <a:defRPr sz="29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3608427" y="5453094"/>
        <a:ext cx="931623" cy="723265"/>
      </dsp:txXfrm>
    </dsp:sp>
    <dsp:sp modelId="{C320C1A5-5933-7346-8BDE-9AEE18EED0D5}">
      <dsp:nvSpPr>
        <dsp:cNvPr id="39" name="Rounded Rectangle 38"/>
        <dsp:cNvSpPr/>
      </dsp:nvSpPr>
      <dsp:spPr bwMode="white">
        <a:xfrm>
          <a:off x="5058077" y="5526137"/>
          <a:ext cx="1241009" cy="858151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5058077" y="5526137"/>
        <a:ext cx="1241009" cy="858151"/>
      </dsp:txXfrm>
    </dsp:sp>
    <dsp:sp modelId="{3F869B66-BEF4-EA49-A760-429C1E32A4A8}">
      <dsp:nvSpPr>
        <dsp:cNvPr id="40" name="Rounded Rectangle 39"/>
        <dsp:cNvSpPr/>
      </dsp:nvSpPr>
      <dsp:spPr bwMode="white">
        <a:xfrm>
          <a:off x="5099360" y="5565357"/>
          <a:ext cx="1241009" cy="858151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5099360" y="5565357"/>
        <a:ext cx="1241009" cy="858151"/>
      </dsp:txXfrm>
    </dsp:sp>
    <dsp:sp modelId="{E8292A70-5998-2848-8036-0475A0D76C22}">
      <dsp:nvSpPr>
        <dsp:cNvPr id="42" name="Rounded Rectangle 41"/>
        <dsp:cNvSpPr/>
      </dsp:nvSpPr>
      <dsp:spPr bwMode="white">
        <a:xfrm>
          <a:off x="6446403" y="5573423"/>
          <a:ext cx="1260196" cy="822695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6446403" y="5573423"/>
        <a:ext cx="1260196" cy="822695"/>
      </dsp:txXfrm>
    </dsp:sp>
    <dsp:sp modelId="{7FF2E27C-78CE-5D43-AABB-62242276235A}">
      <dsp:nvSpPr>
        <dsp:cNvPr id="43" name="Rounded Rectangle 42"/>
        <dsp:cNvSpPr/>
      </dsp:nvSpPr>
      <dsp:spPr bwMode="white">
        <a:xfrm>
          <a:off x="6487686" y="5612642"/>
          <a:ext cx="1260196" cy="822695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25730" tIns="125730" rIns="125730" bIns="125730" anchor="ctr"/>
        <a:lstStyle>
          <a:lvl1pPr algn="ctr">
            <a:defRPr sz="3300"/>
          </a:lvl1pPr>
          <a:lvl2pPr marL="228600" indent="-228600" algn="ctr">
            <a:defRPr sz="2600"/>
          </a:lvl2pPr>
          <a:lvl3pPr marL="457200" indent="-228600" algn="ctr">
            <a:defRPr sz="2600"/>
          </a:lvl3pPr>
          <a:lvl4pPr marL="685800" indent="-228600" algn="ctr">
            <a:defRPr sz="2600"/>
          </a:lvl4pPr>
          <a:lvl5pPr marL="914400" indent="-228600" algn="ctr">
            <a:defRPr sz="2600"/>
          </a:lvl5pPr>
          <a:lvl6pPr marL="1143000" indent="-228600" algn="ctr">
            <a:defRPr sz="2600"/>
          </a:lvl6pPr>
          <a:lvl7pPr marL="1371600" indent="-228600" algn="ctr">
            <a:defRPr sz="2600"/>
          </a:lvl7pPr>
          <a:lvl8pPr marL="1600200" indent="-228600" algn="ctr">
            <a:defRPr sz="2600"/>
          </a:lvl8pPr>
          <a:lvl9pPr marL="1828800" indent="-228600" algn="ctr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6487686" y="5612642"/>
        <a:ext cx="1260196" cy="822695"/>
      </dsp:txXfrm>
    </dsp:sp>
    <dsp:sp modelId="{B971B8B7-8197-DF40-94B7-D04DF948C93E}">
      <dsp:nvSpPr>
        <dsp:cNvPr id="45" name="Rounded Rectangle 44"/>
        <dsp:cNvSpPr/>
      </dsp:nvSpPr>
      <dsp:spPr bwMode="white">
        <a:xfrm>
          <a:off x="6215440" y="3343910"/>
          <a:ext cx="884061" cy="1043137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6215440" y="3343910"/>
        <a:ext cx="884061" cy="1043137"/>
      </dsp:txXfrm>
    </dsp:sp>
    <dsp:sp modelId="{400D3616-5140-9D4A-B0A6-0608E5978375}">
      <dsp:nvSpPr>
        <dsp:cNvPr id="46" name="Rounded Rectangle 45"/>
        <dsp:cNvSpPr/>
      </dsp:nvSpPr>
      <dsp:spPr bwMode="white">
        <a:xfrm>
          <a:off x="6256723" y="3383129"/>
          <a:ext cx="884061" cy="1043137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63830" tIns="163830" rIns="163830" bIns="163830" anchor="ctr"/>
        <a:lstStyle>
          <a:lvl1pPr algn="ctr">
            <a:defRPr sz="43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6256723" y="3383129"/>
        <a:ext cx="884061" cy="1043137"/>
      </dsp:txXfrm>
    </dsp:sp>
    <dsp:sp modelId="{6D5BA4A2-8D20-0449-9E98-F0EF444A63FB}">
      <dsp:nvSpPr>
        <dsp:cNvPr id="48" name="Rounded Rectangle 47"/>
        <dsp:cNvSpPr/>
      </dsp:nvSpPr>
      <dsp:spPr bwMode="white">
        <a:xfrm>
          <a:off x="7964437" y="2780073"/>
          <a:ext cx="636725" cy="235934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964437" y="2780073"/>
        <a:ext cx="636725" cy="235934"/>
      </dsp:txXfrm>
    </dsp:sp>
    <dsp:sp modelId="{FBAACFE0-43C6-F245-ADA4-A9A35786F27A}">
      <dsp:nvSpPr>
        <dsp:cNvPr id="49" name="Rounded Rectangle 48"/>
        <dsp:cNvSpPr/>
      </dsp:nvSpPr>
      <dsp:spPr bwMode="white">
        <a:xfrm>
          <a:off x="8005721" y="2819292"/>
          <a:ext cx="636725" cy="235934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Develop</a:t>
          </a:r>
          <a:endParaRPr>
            <a:solidFill>
              <a:schemeClr val="dk1"/>
            </a:solidFill>
          </a:endParaRPr>
        </a:p>
      </dsp:txBody>
      <dsp:txXfrm>
        <a:off x="8005721" y="2819292"/>
        <a:ext cx="636725" cy="235934"/>
      </dsp:txXfrm>
    </dsp:sp>
    <dsp:sp modelId="{F7A0C49C-47A1-134D-818D-55E7FE493CB6}">
      <dsp:nvSpPr>
        <dsp:cNvPr id="51" name="Rounded Rectangle 50"/>
        <dsp:cNvSpPr/>
      </dsp:nvSpPr>
      <dsp:spPr bwMode="white">
        <a:xfrm>
          <a:off x="7805318" y="3192730"/>
          <a:ext cx="1242462" cy="1147588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805318" y="3192730"/>
        <a:ext cx="1242462" cy="1147588"/>
      </dsp:txXfrm>
    </dsp:sp>
    <dsp:sp modelId="{37EEB28E-EED4-3D42-B6E7-4F1F94EEB9B5}">
      <dsp:nvSpPr>
        <dsp:cNvPr id="52" name="Rounded Rectangle 51"/>
        <dsp:cNvSpPr/>
      </dsp:nvSpPr>
      <dsp:spPr bwMode="white">
        <a:xfrm>
          <a:off x="7846601" y="3231949"/>
          <a:ext cx="1242462" cy="1147588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sz="6500">
            <a:solidFill>
              <a:schemeClr val="dk1"/>
            </a:solidFill>
          </a:endParaRPr>
        </a:p>
      </dsp:txBody>
      <dsp:txXfrm>
        <a:off x="7846601" y="3231949"/>
        <a:ext cx="1242462" cy="1147588"/>
      </dsp:txXfrm>
    </dsp:sp>
    <dsp:sp modelId="{2CCD2003-1084-6E45-A16F-8DD22C2F3363}">
      <dsp:nvSpPr>
        <dsp:cNvPr id="54" name="Rounded Rectangle 53"/>
        <dsp:cNvSpPr/>
      </dsp:nvSpPr>
      <dsp:spPr bwMode="white">
        <a:xfrm>
          <a:off x="8398584" y="4805092"/>
          <a:ext cx="551131" cy="323775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8398584" y="4805092"/>
        <a:ext cx="551131" cy="323775"/>
      </dsp:txXfrm>
    </dsp:sp>
    <dsp:sp modelId="{9870B9CA-F9A5-4E43-AED1-DF454225F6BE}">
      <dsp:nvSpPr>
        <dsp:cNvPr id="55" name="Rounded Rectangle 54"/>
        <dsp:cNvSpPr/>
      </dsp:nvSpPr>
      <dsp:spPr bwMode="white">
        <a:xfrm>
          <a:off x="8439868" y="4844312"/>
          <a:ext cx="551131" cy="323775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>
              <a:solidFill>
                <a:schemeClr val="dk1"/>
              </a:solidFill>
            </a:rPr>
            <a:t>Backend API</a:t>
          </a:r>
          <a:endParaRPr lang="en-US" altLang="en-US" sz="1000">
            <a:solidFill>
              <a:schemeClr val="dk1"/>
            </a:solidFill>
          </a:endParaRPr>
        </a:p>
      </dsp:txBody>
      <dsp:txXfrm>
        <a:off x="8439868" y="4844312"/>
        <a:ext cx="551131" cy="323775"/>
      </dsp:txXfrm>
    </dsp:sp>
    <dsp:sp modelId="{79156C9E-B7D6-044E-BDFF-0A9B633EEE56}">
      <dsp:nvSpPr>
        <dsp:cNvPr id="57" name="Rounded Rectangle 56"/>
        <dsp:cNvSpPr/>
      </dsp:nvSpPr>
      <dsp:spPr bwMode="white">
        <a:xfrm>
          <a:off x="9047786" y="4808639"/>
          <a:ext cx="897266" cy="301509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047786" y="4808639"/>
        <a:ext cx="897266" cy="301509"/>
      </dsp:txXfrm>
    </dsp:sp>
    <dsp:sp modelId="{5735B7E3-EFC1-2649-A353-6DA6C57BE7F2}">
      <dsp:nvSpPr>
        <dsp:cNvPr id="58" name="Rounded Rectangle 57"/>
        <dsp:cNvSpPr/>
      </dsp:nvSpPr>
      <dsp:spPr bwMode="white">
        <a:xfrm>
          <a:off x="9089070" y="4847858"/>
          <a:ext cx="897266" cy="301509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>
              <a:solidFill>
                <a:schemeClr val="dk1"/>
              </a:solidFill>
            </a:rPr>
            <a:t>Frontend Development</a:t>
          </a:r>
          <a:endParaRPr lang="en-US" altLang="en-US" sz="1000">
            <a:solidFill>
              <a:schemeClr val="dk1"/>
            </a:solidFill>
          </a:endParaRPr>
        </a:p>
      </dsp:txBody>
      <dsp:txXfrm>
        <a:off x="9089070" y="4847858"/>
        <a:ext cx="897266" cy="301509"/>
      </dsp:txXfrm>
    </dsp:sp>
    <dsp:sp modelId="{C19139E1-A0BD-5B49-997C-3539729C0F4B}">
      <dsp:nvSpPr>
        <dsp:cNvPr id="60" name="Rounded Rectangle 59"/>
        <dsp:cNvSpPr/>
      </dsp:nvSpPr>
      <dsp:spPr bwMode="white">
        <a:xfrm>
          <a:off x="10033066" y="4836512"/>
          <a:ext cx="757931" cy="295373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033066" y="4836512"/>
        <a:ext cx="757931" cy="295373"/>
      </dsp:txXfrm>
    </dsp:sp>
    <dsp:sp modelId="{83C2F6A7-B8DB-EA4F-8B79-DB7C685DAB41}">
      <dsp:nvSpPr>
        <dsp:cNvPr id="61" name="Rounded Rectangle 60"/>
        <dsp:cNvSpPr/>
      </dsp:nvSpPr>
      <dsp:spPr bwMode="white">
        <a:xfrm>
          <a:off x="10074349" y="4875731"/>
          <a:ext cx="757931" cy="295373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>
              <a:solidFill>
                <a:schemeClr val="dk1"/>
              </a:solidFill>
            </a:rPr>
            <a:t>AI/ML Components</a:t>
          </a:r>
          <a:endParaRPr lang="en-US" altLang="en-US" sz="1000">
            <a:solidFill>
              <a:schemeClr val="dk1"/>
            </a:solidFill>
          </a:endParaRPr>
        </a:p>
      </dsp:txBody>
      <dsp:txXfrm>
        <a:off x="10074349" y="4875731"/>
        <a:ext cx="757931" cy="295373"/>
      </dsp:txXfrm>
    </dsp:sp>
    <dsp:sp modelId="{7BC15EF3-0DDB-9343-A8E7-056233817092}">
      <dsp:nvSpPr>
        <dsp:cNvPr id="63" name="Rounded Rectangle 62"/>
        <dsp:cNvSpPr/>
      </dsp:nvSpPr>
      <dsp:spPr bwMode="white">
        <a:xfrm>
          <a:off x="10892249" y="4743016"/>
          <a:ext cx="710016" cy="371016"/>
        </a:xfrm>
        <a:prstGeom prst="roundRect">
          <a:avLst>
            <a:gd name="adj" fmla="val 10000"/>
          </a:avLst>
        </a:prstGeom>
        <a:solidFill>
          <a:schemeClr val="accent1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892249" y="4743016"/>
        <a:ext cx="710016" cy="371016"/>
      </dsp:txXfrm>
    </dsp:sp>
    <dsp:sp modelId="{83794B4D-0647-C949-BFC8-EF70C9EBF151}">
      <dsp:nvSpPr>
        <dsp:cNvPr id="64" name="Rounded Rectangle 63"/>
        <dsp:cNvSpPr/>
      </dsp:nvSpPr>
      <dsp:spPr bwMode="white">
        <a:xfrm>
          <a:off x="10933533" y="4782235"/>
          <a:ext cx="710016" cy="371016"/>
        </a:xfrm>
        <a:prstGeom prst="roundRect">
          <a:avLst>
            <a:gd name="adj" fmla="val 10000"/>
          </a:avLst>
        </a:prstGeom>
        <a:ln>
          <a:solidFill>
            <a:schemeClr val="accent1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000">
              <a:solidFill>
                <a:schemeClr val="dk1"/>
              </a:solidFill>
            </a:rPr>
            <a:t>Voice integration</a:t>
          </a:r>
          <a:endParaRPr lang="en-US" altLang="en-US" sz="1000">
            <a:solidFill>
              <a:schemeClr val="dk1"/>
            </a:solidFill>
          </a:endParaRPr>
        </a:p>
      </dsp:txBody>
      <dsp:txXfrm>
        <a:off x="10933533" y="4782235"/>
        <a:ext cx="710016" cy="371016"/>
      </dsp:txXfrm>
    </dsp:sp>
    <dsp:sp modelId="{5F730CFB-B1DC-214D-A699-48CA2DB8DCBA}">
      <dsp:nvSpPr>
        <dsp:cNvPr id="66" name="Rounded Rectangle 65"/>
        <dsp:cNvSpPr/>
      </dsp:nvSpPr>
      <dsp:spPr bwMode="white">
        <a:xfrm>
          <a:off x="9524478" y="2797168"/>
          <a:ext cx="371550" cy="235934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524478" y="2797168"/>
        <a:ext cx="371550" cy="235934"/>
      </dsp:txXfrm>
    </dsp:sp>
    <dsp:sp modelId="{704FCE75-65B4-4940-8049-21723A96BD6C}">
      <dsp:nvSpPr>
        <dsp:cNvPr id="67" name="Rounded Rectangle 66"/>
        <dsp:cNvSpPr/>
      </dsp:nvSpPr>
      <dsp:spPr bwMode="white">
        <a:xfrm>
          <a:off x="9565762" y="2836387"/>
          <a:ext cx="371550" cy="235934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Test</a:t>
          </a:r>
          <a:endParaRPr>
            <a:solidFill>
              <a:schemeClr val="dk1"/>
            </a:solidFill>
          </a:endParaRPr>
        </a:p>
      </dsp:txBody>
      <dsp:txXfrm>
        <a:off x="9565762" y="2836387"/>
        <a:ext cx="371550" cy="235934"/>
      </dsp:txXfrm>
    </dsp:sp>
    <dsp:sp modelId="{2DCC3036-0B92-6C48-918D-7A4A72D3008D}">
      <dsp:nvSpPr>
        <dsp:cNvPr id="69" name="Rounded Rectangle 68"/>
        <dsp:cNvSpPr/>
      </dsp:nvSpPr>
      <dsp:spPr bwMode="white">
        <a:xfrm>
          <a:off x="9397249" y="3174722"/>
          <a:ext cx="894394" cy="900751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397249" y="3174722"/>
        <a:ext cx="894394" cy="900751"/>
      </dsp:txXfrm>
    </dsp:sp>
    <dsp:sp modelId="{199134CF-3476-EF4E-BA54-83810A8EDF1A}">
      <dsp:nvSpPr>
        <dsp:cNvPr id="70" name="Rounded Rectangle 69"/>
        <dsp:cNvSpPr/>
      </dsp:nvSpPr>
      <dsp:spPr bwMode="white">
        <a:xfrm>
          <a:off x="9438532" y="3213942"/>
          <a:ext cx="894394" cy="900751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137160" tIns="137160" rIns="137160" bIns="13716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>
            <a:solidFill>
              <a:schemeClr val="dk1"/>
            </a:solidFill>
          </a:endParaRPr>
        </a:p>
      </dsp:txBody>
      <dsp:txXfrm>
        <a:off x="9438532" y="3213942"/>
        <a:ext cx="894394" cy="900751"/>
      </dsp:txXfrm>
    </dsp:sp>
    <dsp:sp modelId="{E25B53CB-CF47-6D48-8760-6D5D8C409868}">
      <dsp:nvSpPr>
        <dsp:cNvPr id="72" name="Rounded Rectangle 71"/>
        <dsp:cNvSpPr/>
      </dsp:nvSpPr>
      <dsp:spPr bwMode="white">
        <a:xfrm>
          <a:off x="10427763" y="2755562"/>
          <a:ext cx="750987" cy="235934"/>
        </a:xfrm>
        <a:prstGeom prst="roundRect">
          <a:avLst>
            <a:gd name="adj" fmla="val 10000"/>
          </a:avLst>
        </a:prstGeom>
        <a:solidFill>
          <a:schemeClr val="accent6"/>
        </a:solidFill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427763" y="2755562"/>
        <a:ext cx="750987" cy="235934"/>
      </dsp:txXfrm>
    </dsp:sp>
    <dsp:sp modelId="{EB5EDA5E-C36B-0D4C-A1AC-CFD58A43DD61}">
      <dsp:nvSpPr>
        <dsp:cNvPr id="73" name="Rounded Rectangle 72"/>
        <dsp:cNvSpPr/>
      </dsp:nvSpPr>
      <dsp:spPr bwMode="white">
        <a:xfrm>
          <a:off x="10469046" y="2794781"/>
          <a:ext cx="750987" cy="235934"/>
        </a:xfrm>
        <a:prstGeom prst="roundRect">
          <a:avLst>
            <a:gd name="adj" fmla="val 10000"/>
          </a:avLst>
        </a:prstGeom>
        <a:ln>
          <a:solidFill>
            <a:schemeClr val="accent6"/>
          </a:solidFill>
        </a:ln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dirty="0">
              <a:solidFill>
                <a:schemeClr val="dk1"/>
              </a:solidFill>
            </a:rPr>
            <a:t>Deploy</a:t>
          </a:r>
          <a:endParaRPr>
            <a:solidFill>
              <a:schemeClr val="dk1"/>
            </a:solidFill>
          </a:endParaRPr>
        </a:p>
      </dsp:txBody>
      <dsp:txXfrm>
        <a:off x="10469046" y="2794781"/>
        <a:ext cx="750987" cy="235934"/>
      </dsp:txXfrm>
    </dsp:sp>
    <dsp:sp modelId="{F661BCB1-6019-854E-AB11-069C96B73448}">
      <dsp:nvSpPr>
        <dsp:cNvPr id="75" name="Rounded Rectangle 74"/>
        <dsp:cNvSpPr/>
      </dsp:nvSpPr>
      <dsp:spPr bwMode="white">
        <a:xfrm>
          <a:off x="10499671" y="3119760"/>
          <a:ext cx="692167" cy="406517"/>
        </a:xfrm>
        <a:prstGeom prst="roundRect">
          <a:avLst>
            <a:gd name="adj" fmla="val 10000"/>
          </a:avLst>
        </a:prstGeom>
        <a:solidFill>
          <a:schemeClr val="accent5"/>
        </a:solidFill>
      </dsp:spPr>
      <dsp:style>
        <a:lnRef idx="2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0499671" y="3119760"/>
        <a:ext cx="692167" cy="406517"/>
      </dsp:txXfrm>
    </dsp:sp>
    <dsp:sp modelId="{C4D0961C-9DF5-F94A-882D-21B44E665106}">
      <dsp:nvSpPr>
        <dsp:cNvPr id="76" name="Rounded Rectangle 75"/>
        <dsp:cNvSpPr/>
      </dsp:nvSpPr>
      <dsp:spPr bwMode="white">
        <a:xfrm>
          <a:off x="10540954" y="3158980"/>
          <a:ext cx="692167" cy="406517"/>
        </a:xfrm>
        <a:prstGeom prst="roundRect">
          <a:avLst>
            <a:gd name="adj" fmla="val 10000"/>
          </a:avLst>
        </a:prstGeom>
        <a:ln>
          <a:solidFill>
            <a:schemeClr val="accent5"/>
          </a:solidFill>
        </a:ln>
      </dsp:spPr>
      <dsp:style>
        <a:lnRef idx="2">
          <a:schemeClr val="accent6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000" dirty="0">
              <a:solidFill>
                <a:schemeClr val="dk1"/>
              </a:solidFill>
            </a:rPr>
            <a:t>App Video,</a:t>
          </a:r>
          <a:br>
            <a:rPr lang="en-GB" sz="1000" dirty="0">
              <a:solidFill>
                <a:schemeClr val="dk1"/>
              </a:solidFill>
            </a:rPr>
          </a:br>
          <a:r>
            <a:rPr lang="en-GB" sz="1000" dirty="0">
              <a:solidFill>
                <a:schemeClr val="dk1"/>
              </a:solidFill>
            </a:rPr>
            <a:t>Installation Guide</a:t>
          </a:r>
          <a:endParaRPr lang="en-GB" sz="1000" dirty="0">
            <a:solidFill>
              <a:schemeClr val="dk1"/>
            </a:solidFill>
          </a:endParaRPr>
        </a:p>
      </dsp:txBody>
      <dsp:txXfrm>
        <a:off x="10540954" y="3158980"/>
        <a:ext cx="692167" cy="406517"/>
      </dsp:txXfrm>
    </dsp:sp>
    <dsp:sp modelId="{C6889B4A-A1C3-AE4F-B359-EDC34D071562}">
      <dsp:nvSpPr>
        <dsp:cNvPr id="78" name="Rounded Rectangle 77"/>
        <dsp:cNvSpPr/>
      </dsp:nvSpPr>
      <dsp:spPr bwMode="white">
        <a:xfrm>
          <a:off x="11447307" y="2376611"/>
          <a:ext cx="702775" cy="23593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1447307" y="2376611"/>
        <a:ext cx="702775" cy="235934"/>
      </dsp:txXfrm>
    </dsp:sp>
    <dsp:sp modelId="{C7BFB9AC-490D-684C-AD05-725FCA559179}">
      <dsp:nvSpPr>
        <dsp:cNvPr id="79" name="Rounded Rectangle 78"/>
        <dsp:cNvSpPr/>
      </dsp:nvSpPr>
      <dsp:spPr bwMode="white">
        <a:xfrm>
          <a:off x="11488590" y="2415830"/>
          <a:ext cx="702775" cy="235934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45719" tIns="45719" rIns="45719" bIns="4571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dirty="0">
              <a:solidFill>
                <a:schemeClr val="dk1"/>
              </a:solidFill>
            </a:rPr>
            <a:t>CLOSURE</a:t>
          </a:r>
          <a:endParaRPr>
            <a:solidFill>
              <a:schemeClr val="dk1"/>
            </a:solidFill>
          </a:endParaRPr>
        </a:p>
      </dsp:txBody>
      <dsp:txXfrm>
        <a:off x="11488590" y="2415830"/>
        <a:ext cx="702775" cy="235934"/>
      </dsp:txXfrm>
    </dsp:sp>
    <dsp:sp modelId="{1A666A08-3657-A346-BA52-88A9FB0BBAAD}">
      <dsp:nvSpPr>
        <dsp:cNvPr id="81" name="Rounded Rectangle 80"/>
        <dsp:cNvSpPr/>
      </dsp:nvSpPr>
      <dsp:spPr bwMode="white">
        <a:xfrm>
          <a:off x="11547454" y="2879718"/>
          <a:ext cx="564685" cy="567671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11547454" y="2879718"/>
        <a:ext cx="564685" cy="567671"/>
      </dsp:txXfrm>
    </dsp:sp>
    <dsp:sp modelId="{9667A29C-175F-3046-887F-2D268E592584}">
      <dsp:nvSpPr>
        <dsp:cNvPr id="82" name="Rounded Rectangle 81"/>
        <dsp:cNvSpPr/>
      </dsp:nvSpPr>
      <dsp:spPr bwMode="white">
        <a:xfrm>
          <a:off x="11588738" y="2918937"/>
          <a:ext cx="564685" cy="567671"/>
        </a:xfrm>
        <a:prstGeom prst="roundRect">
          <a:avLst>
            <a:gd name="adj" fmla="val 10000"/>
          </a:avLst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8100" tIns="38100" rIns="38100" bIns="381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000" dirty="0">
              <a:solidFill>
                <a:schemeClr val="dk1"/>
              </a:solidFill>
            </a:rPr>
            <a:t>Lessons Learnt, Project Report</a:t>
          </a:r>
          <a:endParaRPr lang="en-GB" sz="1000" dirty="0">
            <a:solidFill>
              <a:schemeClr val="dk1"/>
            </a:solidFill>
          </a:endParaRPr>
        </a:p>
      </dsp:txBody>
      <dsp:txXfrm>
        <a:off x="11588738" y="2918937"/>
        <a:ext cx="564685" cy="567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635" y="0"/>
          <a:ext cx="12191365" cy="675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Chart, pie char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3980" y="2917190"/>
            <a:ext cx="622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Project Charter</a:t>
            </a:r>
            <a:endParaRPr lang="en-US" sz="1000" b="1"/>
          </a:p>
        </p:txBody>
      </p:sp>
      <p:sp>
        <p:nvSpPr>
          <p:cNvPr id="7" name="Text Box 6"/>
          <p:cNvSpPr txBox="1"/>
          <p:nvPr/>
        </p:nvSpPr>
        <p:spPr>
          <a:xfrm>
            <a:off x="-97155" y="3315970"/>
            <a:ext cx="1040765" cy="942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Problem Definition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Project Objective</a:t>
            </a:r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Scope</a:t>
            </a:r>
            <a:endParaRPr lang="en-US" sz="1000"/>
          </a:p>
        </p:txBody>
      </p:sp>
      <p:sp>
        <p:nvSpPr>
          <p:cNvPr id="9" name="Text Box 8"/>
          <p:cNvSpPr txBox="1"/>
          <p:nvPr/>
        </p:nvSpPr>
        <p:spPr>
          <a:xfrm>
            <a:off x="943610" y="2984500"/>
            <a:ext cx="9658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SRS Documents</a:t>
            </a:r>
            <a:endParaRPr lang="en-US" sz="1000" b="1"/>
          </a:p>
        </p:txBody>
      </p:sp>
      <p:sp>
        <p:nvSpPr>
          <p:cNvPr id="10" name="Text Box 9"/>
          <p:cNvSpPr txBox="1"/>
          <p:nvPr/>
        </p:nvSpPr>
        <p:spPr>
          <a:xfrm>
            <a:off x="800735" y="3439795"/>
            <a:ext cx="1307465" cy="1595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lvl="0" indent="-1714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GB" sz="1000" dirty="0">
                <a:solidFill>
                  <a:schemeClr val="dk1"/>
                </a:solidFill>
              </a:rPr>
              <a:t>Functional Requirements(Voice input, Real-time chat, AI Assistant</a:t>
            </a:r>
            <a:endParaRPr lang="en-US" altLang="en-GB" sz="1000" dirty="0">
              <a:solidFill>
                <a:schemeClr val="dk1"/>
              </a:solidFill>
            </a:endParaRPr>
          </a:p>
          <a:p>
            <a:pPr marL="171450" lvl="0" indent="-1714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GB" sz="1000" dirty="0">
                <a:solidFill>
                  <a:schemeClr val="dk1"/>
                </a:solidFill>
              </a:rPr>
              <a:t>NonFunctional Requirements</a:t>
            </a:r>
            <a:endParaRPr lang="en-US" altLang="en-GB" sz="1000" dirty="0">
              <a:solidFill>
                <a:schemeClr val="dk1"/>
              </a:solidFill>
            </a:endParaRPr>
          </a:p>
          <a:p>
            <a:pPr marL="171450" lvl="0" indent="-1714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en-US" altLang="en-GB" sz="1000" dirty="0">
                <a:solidFill>
                  <a:schemeClr val="dk1"/>
                </a:solidFill>
              </a:rPr>
              <a:t>Technical Requirements</a:t>
            </a:r>
            <a:endParaRPr lang="en-US" altLang="en-GB" sz="1000" dirty="0">
              <a:solidFill>
                <a:schemeClr val="dk1"/>
              </a:solidFill>
            </a:endParaRPr>
          </a:p>
          <a:p>
            <a:pPr marL="171450" lvl="0" indent="-17145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en-GB" sz="1000" dirty="0">
              <a:solidFill>
                <a:schemeClr val="dk1"/>
              </a:solidFill>
            </a:endParaRPr>
          </a:p>
          <a:p>
            <a:endParaRPr lang="en-US" sz="1000"/>
          </a:p>
        </p:txBody>
      </p:sp>
      <p:sp>
        <p:nvSpPr>
          <p:cNvPr id="11" name="Text Box 10"/>
          <p:cNvSpPr txBox="1"/>
          <p:nvPr/>
        </p:nvSpPr>
        <p:spPr>
          <a:xfrm>
            <a:off x="2237105" y="2984500"/>
            <a:ext cx="55499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WBS</a:t>
            </a:r>
            <a:endParaRPr lang="en-US" sz="1000" b="1"/>
          </a:p>
        </p:txBody>
      </p:sp>
      <p:sp>
        <p:nvSpPr>
          <p:cNvPr id="12" name="Text Box 11"/>
          <p:cNvSpPr txBox="1"/>
          <p:nvPr/>
        </p:nvSpPr>
        <p:spPr>
          <a:xfrm>
            <a:off x="2137410" y="3173095"/>
            <a:ext cx="80010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dirty="0">
                <a:solidFill>
                  <a:schemeClr val="dk1"/>
                </a:solidFill>
                <a:sym typeface="+mn-ea"/>
              </a:rPr>
              <a:t>Breakdown of tasks and activities (this diagram itself)</a:t>
            </a:r>
            <a:endParaRPr lang="en-GB" sz="1000" dirty="0">
              <a:solidFill>
                <a:schemeClr val="dk1"/>
              </a:solidFill>
            </a:endParaRPr>
          </a:p>
          <a:p>
            <a:endParaRPr lang="en-US" sz="1000"/>
          </a:p>
        </p:txBody>
      </p:sp>
      <p:sp>
        <p:nvSpPr>
          <p:cNvPr id="13" name="Text Box 12"/>
          <p:cNvSpPr txBox="1"/>
          <p:nvPr/>
        </p:nvSpPr>
        <p:spPr>
          <a:xfrm>
            <a:off x="2926715" y="2927985"/>
            <a:ext cx="8147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Project Schedule</a:t>
            </a:r>
            <a:endParaRPr lang="en-US" sz="1000" b="1"/>
          </a:p>
        </p:txBody>
      </p:sp>
      <p:sp>
        <p:nvSpPr>
          <p:cNvPr id="14" name="Text Box 13"/>
          <p:cNvSpPr txBox="1"/>
          <p:nvPr/>
        </p:nvSpPr>
        <p:spPr>
          <a:xfrm>
            <a:off x="2926715" y="3326765"/>
            <a:ext cx="802005" cy="1476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/>
              <a:t>Timeline  from </a:t>
            </a:r>
            <a:r>
              <a:rPr lang="en-US" sz="1000" b="1"/>
              <a:t>18 Dec 2025- 18th Jan 2026</a:t>
            </a:r>
            <a:r>
              <a:rPr lang="en-US" sz="1000"/>
              <a:t>.</a:t>
            </a:r>
            <a:endParaRPr lang="en-US" sz="1000"/>
          </a:p>
          <a:p>
            <a:r>
              <a:rPr lang="en-IN" sz="1000" dirty="0">
                <a:solidFill>
                  <a:schemeClr val="dk1"/>
                </a:solidFill>
                <a:sym typeface="+mn-ea"/>
              </a:rPr>
              <a:t>Task-wise dates and hou</a:t>
            </a:r>
            <a:r>
              <a:rPr lang="en-US" altLang="en-IN" sz="1000" dirty="0">
                <a:solidFill>
                  <a:schemeClr val="dk1"/>
                </a:solidFill>
                <a:sym typeface="+mn-ea"/>
              </a:rPr>
              <a:t>r</a:t>
            </a:r>
            <a:endParaRPr lang="en-US" altLang="en-IN" sz="1000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3876040" y="2927985"/>
            <a:ext cx="1158240" cy="212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000" b="1"/>
              <a:t>RAID logs</a:t>
            </a:r>
            <a:endParaRPr lang="en-US" sz="1000" b="1"/>
          </a:p>
          <a:p>
            <a:r>
              <a:rPr lang="en-IN" sz="1000" dirty="0">
                <a:solidFill>
                  <a:schemeClr val="dk1"/>
                </a:solidFill>
                <a:sym typeface="+mn-ea"/>
              </a:rPr>
              <a:t>Risks, Assumptions, Issues, Dependencies</a:t>
            </a:r>
            <a:endParaRPr lang="en-IN" sz="1000" dirty="0">
              <a:solidFill>
                <a:schemeClr val="dk1"/>
              </a:solidFill>
              <a:sym typeface="+mn-ea"/>
            </a:endParaRPr>
          </a:p>
          <a:p>
            <a:r>
              <a:rPr lang="en-US" altLang="en-IN" sz="1000" dirty="0">
                <a:solidFill>
                  <a:schemeClr val="dk1"/>
                </a:solidFill>
                <a:sym typeface="+mn-ea"/>
              </a:rPr>
              <a:t>Eg.</a:t>
            </a:r>
            <a:r>
              <a:rPr lang="en-US" altLang="en-US" sz="1000" dirty="0">
                <a:solidFill>
                  <a:schemeClr val="dk1"/>
                </a:solidFill>
              </a:rPr>
              <a:t>Voice recognition accuracy issues,Users have microphone access,Groq API availability</a:t>
            </a:r>
            <a:endParaRPr lang="en-US" altLang="en-US" sz="1000" dirty="0">
              <a:solidFill>
                <a:schemeClr val="dk1"/>
              </a:solidFill>
            </a:endParaRPr>
          </a:p>
          <a:p>
            <a:endParaRPr lang="en-US" sz="1000" b="1"/>
          </a:p>
        </p:txBody>
      </p:sp>
      <p:sp>
        <p:nvSpPr>
          <p:cNvPr id="17" name="Text Box 16"/>
          <p:cNvSpPr txBox="1"/>
          <p:nvPr/>
        </p:nvSpPr>
        <p:spPr>
          <a:xfrm>
            <a:off x="4877435" y="3173095"/>
            <a:ext cx="995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b="1"/>
              <a:t>Design Specification</a:t>
            </a:r>
            <a:endParaRPr lang="en-US" sz="1000" b="1"/>
          </a:p>
        </p:txBody>
      </p:sp>
      <p:sp>
        <p:nvSpPr>
          <p:cNvPr id="20" name="Text Box 19"/>
          <p:cNvSpPr txBox="1"/>
          <p:nvPr/>
        </p:nvSpPr>
        <p:spPr>
          <a:xfrm>
            <a:off x="4965700" y="3439795"/>
            <a:ext cx="1273810" cy="1068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000"/>
              <a:t>Scalable Microservices Structure</a:t>
            </a:r>
            <a:endParaRPr lang="en-US" altLang="en-US" sz="1000"/>
          </a:p>
          <a:p>
            <a:r>
              <a:rPr lang="en-US" altLang="en-US" sz="1000"/>
              <a:t>Real-time WebSocket Updates</a:t>
            </a:r>
            <a:endParaRPr lang="en-US" altLang="en-US" sz="1000"/>
          </a:p>
          <a:p>
            <a:r>
              <a:rPr lang="en-US" altLang="en-US" sz="1000"/>
              <a:t>Secure JWT Authentication</a:t>
            </a:r>
            <a:endParaRPr lang="en-US" altLang="en-US" sz="1000"/>
          </a:p>
        </p:txBody>
      </p:sp>
      <p:sp>
        <p:nvSpPr>
          <p:cNvPr id="21" name="Text Box 20"/>
          <p:cNvSpPr txBox="1"/>
          <p:nvPr/>
        </p:nvSpPr>
        <p:spPr>
          <a:xfrm>
            <a:off x="6239510" y="3326765"/>
            <a:ext cx="10420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 b="1"/>
              <a:t>Test Plan</a:t>
            </a:r>
            <a:endParaRPr lang="en-US" sz="1000" b="1"/>
          </a:p>
          <a:p>
            <a:r>
              <a:rPr lang="en-US" altLang="en-US" sz="1000"/>
              <a:t>Comprehensive Unit Validation</a:t>
            </a:r>
            <a:endParaRPr lang="en-US" altLang="en-US" sz="1000"/>
          </a:p>
          <a:p>
            <a:r>
              <a:rPr lang="en-US" altLang="en-US" sz="1000"/>
              <a:t>End-to-End Pipeline Sync</a:t>
            </a:r>
            <a:endParaRPr lang="en-US" altLang="en-US" sz="1000"/>
          </a:p>
          <a:p>
            <a:r>
              <a:rPr lang="en-US" altLang="en-US" sz="1000"/>
              <a:t>Real-time Performance Metrics</a:t>
            </a:r>
            <a:endParaRPr lang="en-US" altLang="en-US" sz="1000"/>
          </a:p>
        </p:txBody>
      </p:sp>
      <p:sp>
        <p:nvSpPr>
          <p:cNvPr id="26" name="Text Box 25"/>
          <p:cNvSpPr txBox="1"/>
          <p:nvPr/>
        </p:nvSpPr>
        <p:spPr>
          <a:xfrm>
            <a:off x="3481705" y="5457825"/>
            <a:ext cx="143256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Optimized voice-recognition accuracy and LLM performance for a seamless, context-aware AI experience</a:t>
            </a:r>
            <a:endParaRPr lang="en-US" altLang="en-US" sz="1000"/>
          </a:p>
        </p:txBody>
      </p:sp>
      <p:sp>
        <p:nvSpPr>
          <p:cNvPr id="27" name="Text Box 26"/>
          <p:cNvSpPr txBox="1"/>
          <p:nvPr/>
        </p:nvSpPr>
        <p:spPr>
          <a:xfrm>
            <a:off x="5134610" y="5457825"/>
            <a:ext cx="1172210" cy="973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000"/>
              <a:t>Engineered for high-speed voice-AI processing with intuitive, low-latency user interaction.</a:t>
            </a:r>
            <a:endParaRPr lang="en-US" altLang="en-US" sz="1000"/>
          </a:p>
        </p:txBody>
      </p:sp>
      <p:sp>
        <p:nvSpPr>
          <p:cNvPr id="28" name="Text Box 27"/>
          <p:cNvSpPr txBox="1"/>
          <p:nvPr/>
        </p:nvSpPr>
        <p:spPr>
          <a:xfrm>
            <a:off x="6475730" y="5633085"/>
            <a:ext cx="149860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User-centric interface design integrated with a scalable  performance monitored microservices architecture.</a:t>
            </a:r>
            <a:endParaRPr lang="en-US" altLang="en-US" sz="1000"/>
          </a:p>
        </p:txBody>
      </p:sp>
      <p:sp>
        <p:nvSpPr>
          <p:cNvPr id="29" name="Text Box 28"/>
          <p:cNvSpPr txBox="1"/>
          <p:nvPr/>
        </p:nvSpPr>
        <p:spPr>
          <a:xfrm>
            <a:off x="7812405" y="3173095"/>
            <a:ext cx="1501140" cy="1386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000"/>
              <a:t>Backend: FastAPI, WebSocket, AI integration</a:t>
            </a:r>
            <a:endParaRPr lang="en-US" altLang="en-US" sz="1000"/>
          </a:p>
          <a:p>
            <a:r>
              <a:rPr lang="en-US" altLang="en-US" sz="1000"/>
              <a:t>Frontend: React, voice input, chat UI</a:t>
            </a:r>
            <a:endParaRPr lang="en-US" altLang="en-US" sz="1000"/>
          </a:p>
          <a:p>
            <a:r>
              <a:rPr lang="en-US" altLang="en-US" sz="1000"/>
              <a:t>Database: MongoDB, conversation storage</a:t>
            </a:r>
            <a:endParaRPr lang="en-US" altLang="en-US" sz="1000"/>
          </a:p>
        </p:txBody>
      </p:sp>
      <p:sp>
        <p:nvSpPr>
          <p:cNvPr id="30" name="Text Box 29"/>
          <p:cNvSpPr txBox="1"/>
          <p:nvPr/>
        </p:nvSpPr>
        <p:spPr>
          <a:xfrm>
            <a:off x="9327515" y="3173095"/>
            <a:ext cx="112522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000"/>
              <a:t>Voice Input: 95% accuracy</a:t>
            </a:r>
            <a:endParaRPr lang="en-US" altLang="en-US" sz="1000"/>
          </a:p>
          <a:p>
            <a:r>
              <a:rPr lang="en-US" altLang="en-US" sz="1000"/>
              <a:t>AI Responses: Professional SDLC guidance</a:t>
            </a:r>
            <a:endParaRPr lang="en-US" altLang="en-US" sz="1000"/>
          </a:p>
          <a:p>
            <a:r>
              <a:rPr lang="en-US" altLang="en-US" sz="1000"/>
              <a:t>Performance: &lt;3s response time</a:t>
            </a:r>
            <a:endParaRPr lang="en-US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E5B7B1-FE9C-49DF-B801-6A82566BEA6E}">
  <ds:schemaRefs/>
</ds:datastoreItem>
</file>

<file path=customXml/itemProps2.xml><?xml version="1.0" encoding="utf-8"?>
<ds:datastoreItem xmlns:ds="http://schemas.openxmlformats.org/officeDocument/2006/customXml" ds:itemID="{69C79FB2-7116-489A-B269-C878F00B5983}">
  <ds:schemaRefs/>
</ds:datastoreItem>
</file>

<file path=customXml/itemProps3.xml><?xml version="1.0" encoding="utf-8"?>
<ds:datastoreItem xmlns:ds="http://schemas.openxmlformats.org/officeDocument/2006/customXml" ds:itemID="{727BDB60-D459-4A4B-A39C-84556B087B2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</Words>
  <Application>WPS Presentation</Application>
  <PresentationFormat>Widescreen</PresentationFormat>
  <Paragraphs>54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inherit</vt:lpstr>
      <vt:lpstr>Calibri</vt:lpstr>
      <vt:lpstr>Microsoft YaHei</vt:lpstr>
      <vt:lpstr>Arial Unicode MS</vt:lpstr>
      <vt:lpstr>Calibri Light</vt:lpstr>
      <vt:lpstr>Segoe Print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Nikhil Salunkhe</cp:lastModifiedBy>
  <cp:revision>243</cp:revision>
  <dcterms:created xsi:type="dcterms:W3CDTF">2023-07-15T03:43:00Z</dcterms:created>
  <dcterms:modified xsi:type="dcterms:W3CDTF">2026-03-06T11:22:41Z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  <property fmtid="{D5CDD505-2E9C-101B-9397-08002B2CF9AE}" pid="4" name="ICV">
    <vt:lpwstr>04AE2C63CBFF486CA72D32928194FB6D_13</vt:lpwstr>
  </property>
  <property fmtid="{D5CDD505-2E9C-101B-9397-08002B2CF9AE}" pid="5" name="KSOProductBuildVer">
    <vt:lpwstr>1033-12.2.0.23196</vt:lpwstr>
  </property>
</Properties>
</file>